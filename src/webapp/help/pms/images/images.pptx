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7" r:id="rId1"/>
  </p:sldMasterIdLst>
  <p:notesMasterIdLst>
    <p:notesMasterId r:id="rId38"/>
  </p:notesMasterIdLst>
  <p:handoutMasterIdLst>
    <p:handoutMasterId r:id="rId39"/>
  </p:handoutMasterIdLst>
  <p:sldIdLst>
    <p:sldId id="1465" r:id="rId2"/>
    <p:sldId id="1466" r:id="rId3"/>
    <p:sldId id="1468" r:id="rId4"/>
    <p:sldId id="1469" r:id="rId5"/>
    <p:sldId id="1470" r:id="rId6"/>
    <p:sldId id="1471" r:id="rId7"/>
    <p:sldId id="1472" r:id="rId8"/>
    <p:sldId id="1473" r:id="rId9"/>
    <p:sldId id="1474" r:id="rId10"/>
    <p:sldId id="1475" r:id="rId11"/>
    <p:sldId id="1476" r:id="rId12"/>
    <p:sldId id="1477" r:id="rId13"/>
    <p:sldId id="1478" r:id="rId14"/>
    <p:sldId id="1479" r:id="rId15"/>
    <p:sldId id="1480" r:id="rId16"/>
    <p:sldId id="1481" r:id="rId17"/>
    <p:sldId id="1467" r:id="rId18"/>
    <p:sldId id="284" r:id="rId19"/>
    <p:sldId id="1452" r:id="rId20"/>
    <p:sldId id="1455" r:id="rId21"/>
    <p:sldId id="1456" r:id="rId22"/>
    <p:sldId id="1460" r:id="rId23"/>
    <p:sldId id="395" r:id="rId24"/>
    <p:sldId id="1459" r:id="rId25"/>
    <p:sldId id="1463" r:id="rId26"/>
    <p:sldId id="1461" r:id="rId27"/>
    <p:sldId id="1462" r:id="rId28"/>
    <p:sldId id="1464" r:id="rId29"/>
    <p:sldId id="1457" r:id="rId30"/>
    <p:sldId id="285" r:id="rId31"/>
    <p:sldId id="1451" r:id="rId32"/>
    <p:sldId id="287" r:id="rId33"/>
    <p:sldId id="1429" r:id="rId34"/>
    <p:sldId id="1458" r:id="rId35"/>
    <p:sldId id="1453" r:id="rId36"/>
    <p:sldId id="1454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1799B7-0956-4EA6-BF76-F228319AC3EA}">
          <p14:sldIdLst>
            <p14:sldId id="1465"/>
            <p14:sldId id="1466"/>
            <p14:sldId id="1468"/>
            <p14:sldId id="1469"/>
            <p14:sldId id="1470"/>
            <p14:sldId id="1471"/>
            <p14:sldId id="1472"/>
            <p14:sldId id="1473"/>
            <p14:sldId id="1474"/>
            <p14:sldId id="1475"/>
            <p14:sldId id="1476"/>
            <p14:sldId id="1477"/>
            <p14:sldId id="1478"/>
            <p14:sldId id="1479"/>
            <p14:sldId id="1480"/>
            <p14:sldId id="1481"/>
            <p14:sldId id="1467"/>
            <p14:sldId id="284"/>
            <p14:sldId id="1452"/>
            <p14:sldId id="1455"/>
            <p14:sldId id="1456"/>
            <p14:sldId id="1460"/>
            <p14:sldId id="395"/>
            <p14:sldId id="1459"/>
            <p14:sldId id="1463"/>
            <p14:sldId id="1461"/>
            <p14:sldId id="1462"/>
            <p14:sldId id="1464"/>
            <p14:sldId id="1457"/>
            <p14:sldId id="285"/>
            <p14:sldId id="1451"/>
            <p14:sldId id="287"/>
            <p14:sldId id="1429"/>
            <p14:sldId id="1458"/>
            <p14:sldId id="1453"/>
            <p14:sldId id="14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2CC"/>
    <a:srgbClr val="FFC000"/>
    <a:srgbClr val="0099FF"/>
    <a:srgbClr val="3399FF"/>
    <a:srgbClr val="009999"/>
    <a:srgbClr val="00CC99"/>
    <a:srgbClr val="00CCFF"/>
    <a:srgbClr val="66666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6684" autoAdjust="0"/>
  </p:normalViewPr>
  <p:slideViewPr>
    <p:cSldViewPr snapToGrid="0">
      <p:cViewPr varScale="1">
        <p:scale>
          <a:sx n="137" d="100"/>
          <a:sy n="137" d="100"/>
        </p:scale>
        <p:origin x="216" y="696"/>
      </p:cViewPr>
      <p:guideLst/>
    </p:cSldViewPr>
  </p:slideViewPr>
  <p:outlineViewPr>
    <p:cViewPr>
      <p:scale>
        <a:sx n="33" d="100"/>
        <a:sy n="33" d="100"/>
      </p:scale>
      <p:origin x="0" y="-15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61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A172A-E0FB-4AB7-8A58-56450CAD9D38}" type="datetimeFigureOut">
              <a:rPr lang="en-US" smtClean="0"/>
              <a:t>5/15/24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B9A15-EA11-48FE-9A06-BD88C56FE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46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C266A-37B5-46CF-A358-BB93E2114C10}" type="datetimeFigureOut">
              <a:rPr lang="en-US" smtClean="0"/>
              <a:t>5/15/24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E1938-D3C2-4EE8-9B37-8BA303BAB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2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 marL="73152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3A1D3-1F93-473E-B734-6045BDF5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0688D-BB1C-4380-A031-72FFB37C5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14A28-E6EC-4464-BFD2-AC6B60519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14400"/>
            <a:ext cx="10969943" cy="381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aseline="0">
                <a:solidFill>
                  <a:schemeClr val="bg2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10969784" cy="4571999"/>
          </a:xfrm>
        </p:spPr>
        <p:txBody>
          <a:bodyPr vert="horz" lIns="0" tIns="0" rIns="0" bIns="0" rtlCol="0">
            <a:normAutofit/>
          </a:bodyPr>
          <a:lstStyle>
            <a:lvl1pPr>
              <a:defRPr lang="en-US" altLang="zh-CN"/>
            </a:lvl1pPr>
            <a:lvl2pPr>
              <a:defRPr lang="en-US" altLang="zh-CN"/>
            </a:lvl2pPr>
            <a:lvl3pPr>
              <a:defRPr lang="en-US" altLang="zh-CN"/>
            </a:lvl3pPr>
            <a:lvl4pPr>
              <a:defRPr lang="en-US" altLang="zh-CN"/>
            </a:lvl4pPr>
            <a:lvl5pPr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995EF7-D82E-4654-83FF-740F6888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979E9B8-E223-4BDC-92BC-CE3DD196CA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514A28-E6EC-4464-BFD2-AC6B60519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0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D06D-A2CC-4E3C-8973-2C1F60DA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0FCB1-8C40-4992-8428-536A03C85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14A28-E6EC-4464-BFD2-AC6B60519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4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914400"/>
            <a:ext cx="10969943" cy="381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aseline="0">
                <a:solidFill>
                  <a:schemeClr val="bg2">
                    <a:lumMod val="50000"/>
                  </a:schemeClr>
                </a:solidFill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one-line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D310E-1E36-4B79-9091-282504339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693BA-0D2E-44CA-97C3-BFD8E29E4C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514A28-E6EC-4464-BFD2-AC6B605195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B212F-610C-489D-8323-62693FC96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C6F9D-14A4-49F9-8C75-BAC0016B03F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BF18F-E1A1-4DB5-81A8-1D453618DD38}"/>
              </a:ext>
            </a:extLst>
          </p:cNvPr>
          <p:cNvSpPr/>
          <p:nvPr/>
        </p:nvSpPr>
        <p:spPr bwMode="ltGray">
          <a:xfrm>
            <a:off x="0" y="0"/>
            <a:ext cx="423255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4673" y="1143000"/>
            <a:ext cx="3704904" cy="4571999"/>
          </a:xfrm>
          <a:noFill/>
        </p:spPr>
        <p:txBody>
          <a:bodyPr lIns="0" tIns="0" rIns="0" bIns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5pPr marL="73152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5A7EA5-93C2-4578-861F-E1FFA402BB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673" y="457200"/>
            <a:ext cx="3704904" cy="46239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9030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620044-E274-4326-AFA4-8B0630B51BFE}"/>
              </a:ext>
            </a:extLst>
          </p:cNvPr>
          <p:cNvSpPr/>
          <p:nvPr/>
        </p:nvSpPr>
        <p:spPr bwMode="ltGray">
          <a:xfrm>
            <a:off x="7959446" y="0"/>
            <a:ext cx="423255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72800" y="997251"/>
            <a:ext cx="3605843" cy="5141325"/>
          </a:xfrm>
          <a:noFill/>
        </p:spPr>
        <p:txBody>
          <a:bodyPr lIns="0" tIns="0" rIns="0" bIns="0"/>
          <a:lstStyle>
            <a:lvl5pPr marL="73152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3A1D3-1F93-473E-B734-6045BDF58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800" y="267428"/>
            <a:ext cx="3605843" cy="462395"/>
          </a:xfrm>
        </p:spPr>
        <p:txBody>
          <a:bodyPr anchor="ctr"/>
          <a:lstStyle/>
          <a:p>
            <a:r>
              <a:rPr lang="en-US" altLang="zh-CN" dirty="0"/>
              <a:t>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1A0A-7B10-4077-A2DF-769E2AA76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C6F9D-14A4-49F9-8C75-BAC0016B0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89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41602-EAED-4AED-A5B0-68D8D3977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14A28-E6EC-4464-BFD2-AC6B60519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8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 preserve="1">
  <p:cSld name="Divider white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863674" y="2531396"/>
            <a:ext cx="10464651" cy="1587114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bg1"/>
                </a:solidFill>
                <a:latin typeface="+mj-ea"/>
                <a:ea typeface="+mj-ea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 altLang="zh-CN"/>
              <a:t>Click to edit Master title style</a:t>
            </a:r>
            <a:endParaRPr dirty="0"/>
          </a:p>
        </p:txBody>
      </p:sp>
      <p:cxnSp>
        <p:nvCxnSpPr>
          <p:cNvPr id="103" name="Google Shape;103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0"/>
          <p:cNvSpPr txBox="1">
            <a:spLocks noGrp="1"/>
          </p:cNvSpPr>
          <p:nvPr>
            <p:ph type="subTitle" idx="1"/>
          </p:nvPr>
        </p:nvSpPr>
        <p:spPr>
          <a:xfrm>
            <a:off x="863675" y="4497305"/>
            <a:ext cx="1046465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2400">
                <a:solidFill>
                  <a:schemeClr val="bg1"/>
                </a:solidFill>
                <a:latin typeface="+mj-ea"/>
                <a:ea typeface="+mj-ea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r>
              <a:rPr lang="en-US" altLang="zh-CN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083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dpi="0" rotWithShape="1">
          <a:blip r:embed="rId2">
            <a:lum/>
          </a:blip>
          <a:srcRect/>
          <a:stretch>
            <a:fillRect l="-33000" r="-3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92" y="1866954"/>
            <a:ext cx="9141619" cy="16812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6600" b="1" cap="none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91792" y="3669156"/>
            <a:ext cx="9141619" cy="699107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6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altLang="zh-CN" dirty="0"/>
              <a:t>Click to add subtitle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91793" y="5263312"/>
            <a:ext cx="9141619" cy="354113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</a:t>
            </a:r>
            <a:r>
              <a:rPr lang="en-US" dirty="0"/>
              <a:t>author and date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004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Dark">
    <p:bg>
      <p:bgPr>
        <a:blipFill dpi="0" rotWithShape="1">
          <a:blip r:embed="rId2">
            <a:lum/>
          </a:blip>
          <a:srcRect/>
          <a:stretch>
            <a:fillRect l="-39000" r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115" y="2507815"/>
            <a:ext cx="9141619" cy="16812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6000" b="1" cap="none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51115" y="4310017"/>
            <a:ext cx="9141619" cy="699107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6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altLang="zh-CN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1416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redhat">
    <p:bg>
      <p:bgPr>
        <a:blipFill dpi="0" rotWithShape="1">
          <a:blip r:embed="rId2">
            <a:lum/>
          </a:blip>
          <a:srcRect/>
          <a:stretch>
            <a:fillRect l="-33000" r="-3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92" y="1866954"/>
            <a:ext cx="9141619" cy="16812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6000" b="1" cap="none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91792" y="3669156"/>
            <a:ext cx="9141619" cy="699107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6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altLang="zh-CN" dirty="0"/>
              <a:t>Click to add subtitle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91793" y="5263312"/>
            <a:ext cx="9141619" cy="354113"/>
          </a:xfr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dirty="0"/>
              <a:t>Click to add </a:t>
            </a:r>
            <a:r>
              <a:rPr lang="en-US" dirty="0"/>
              <a:t>author and date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717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 preserve="1" userDrawn="1">
  <p:cSld name="1_Divider white"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0"/>
          <p:cNvCxnSpPr/>
          <p:nvPr userDrawn="1"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0"/>
          <p:cNvCxnSpPr/>
          <p:nvPr userDrawn="1"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E53DED8-2288-4F4D-BAD9-EE5435130C31}"/>
              </a:ext>
            </a:extLst>
          </p:cNvPr>
          <p:cNvSpPr/>
          <p:nvPr userDrawn="1"/>
        </p:nvSpPr>
        <p:spPr bwMode="ltGray">
          <a:xfrm>
            <a:off x="9331" y="2481005"/>
            <a:ext cx="12182664" cy="18959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402046" y="2739055"/>
            <a:ext cx="11382517" cy="1385076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2"/>
                </a:solidFill>
                <a:latin typeface="+mj-ea"/>
                <a:ea typeface="+mj-ea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r>
              <a:rPr lang="en-US" altLang="zh-CN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27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457200"/>
            <a:ext cx="10969943" cy="4623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69784" cy="4571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C7EB96-98FB-4358-9E13-846A1661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C6F9D-14A4-49F9-8C75-BAC0016B0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54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  <p:sldLayoutId id="21474841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5">
              <a:lumMod val="75000"/>
            </a:schemeClr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1">
            <a:extLst>
              <a:ext uri="{FF2B5EF4-FFF2-40B4-BE49-F238E27FC236}">
                <a16:creationId xmlns:a16="http://schemas.microsoft.com/office/drawing/2014/main" id="{4E2641F3-3A31-0C49-786F-762D9563E326}"/>
              </a:ext>
            </a:extLst>
          </p:cNvPr>
          <p:cNvSpPr/>
          <p:nvPr/>
        </p:nvSpPr>
        <p:spPr bwMode="ltGray">
          <a:xfrm>
            <a:off x="3296926" y="1611764"/>
            <a:ext cx="4654378" cy="3328371"/>
          </a:xfrm>
          <a:prstGeom prst="rect">
            <a:avLst/>
          </a:prstGeom>
          <a:solidFill>
            <a:srgbClr val="F2F2F2">
              <a:alpha val="63922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5" name="Arrow: Right 52">
            <a:extLst>
              <a:ext uri="{FF2B5EF4-FFF2-40B4-BE49-F238E27FC236}">
                <a16:creationId xmlns:a16="http://schemas.microsoft.com/office/drawing/2014/main" id="{F6CCDE02-3DB5-4D4B-44E0-2493BF4E6A27}"/>
              </a:ext>
            </a:extLst>
          </p:cNvPr>
          <p:cNvSpPr/>
          <p:nvPr/>
        </p:nvSpPr>
        <p:spPr bwMode="ltGray">
          <a:xfrm rot="5400000">
            <a:off x="3936639" y="3195823"/>
            <a:ext cx="1044000" cy="25968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6" name="Rectangle: Rounded Corners 21">
            <a:extLst>
              <a:ext uri="{FF2B5EF4-FFF2-40B4-BE49-F238E27FC236}">
                <a16:creationId xmlns:a16="http://schemas.microsoft.com/office/drawing/2014/main" id="{0443E175-53E6-9545-B6B1-A830E4EFE01C}"/>
              </a:ext>
            </a:extLst>
          </p:cNvPr>
          <p:cNvSpPr/>
          <p:nvPr/>
        </p:nvSpPr>
        <p:spPr>
          <a:xfrm>
            <a:off x="4020857" y="3894316"/>
            <a:ext cx="3091660" cy="70027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535E2F-2968-6F32-57C8-A613EDD8BC88}"/>
              </a:ext>
            </a:extLst>
          </p:cNvPr>
          <p:cNvSpPr/>
          <p:nvPr/>
        </p:nvSpPr>
        <p:spPr>
          <a:xfrm>
            <a:off x="4956854" y="2024905"/>
            <a:ext cx="873957" cy="26161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zh-CN" altLang="en-US" sz="1100" dirty="0">
                <a:solidFill>
                  <a:schemeClr val="tx1"/>
                </a:solidFill>
              </a:rPr>
              <a:t>   申请密码</a:t>
            </a:r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8" name="Group 34">
            <a:extLst>
              <a:ext uri="{FF2B5EF4-FFF2-40B4-BE49-F238E27FC236}">
                <a16:creationId xmlns:a16="http://schemas.microsoft.com/office/drawing/2014/main" id="{C3BAB54B-9099-EC24-B365-F24F8CD1AD80}"/>
              </a:ext>
            </a:extLst>
          </p:cNvPr>
          <p:cNvGrpSpPr/>
          <p:nvPr/>
        </p:nvGrpSpPr>
        <p:grpSpPr>
          <a:xfrm>
            <a:off x="4094689" y="2007450"/>
            <a:ext cx="720000" cy="720000"/>
            <a:chOff x="8442478" y="1709470"/>
            <a:chExt cx="720000" cy="720000"/>
          </a:xfrm>
        </p:grpSpPr>
        <p:sp>
          <p:nvSpPr>
            <p:cNvPr id="9" name="Oval 1">
              <a:extLst>
                <a:ext uri="{FF2B5EF4-FFF2-40B4-BE49-F238E27FC236}">
                  <a16:creationId xmlns:a16="http://schemas.microsoft.com/office/drawing/2014/main" id="{E6CA5420-0D59-8B0E-7FF8-3309808A17A9}"/>
                </a:ext>
              </a:extLst>
            </p:cNvPr>
            <p:cNvSpPr/>
            <p:nvPr/>
          </p:nvSpPr>
          <p:spPr bwMode="ltGray">
            <a:xfrm>
              <a:off x="8442478" y="1709470"/>
              <a:ext cx="720000" cy="72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zh-CN" altLang="en-US" dirty="0" err="1"/>
            </a:p>
          </p:txBody>
        </p:sp>
        <p:sp>
          <p:nvSpPr>
            <p:cNvPr id="10" name="iconfont-1187-868307">
              <a:extLst>
                <a:ext uri="{FF2B5EF4-FFF2-40B4-BE49-F238E27FC236}">
                  <a16:creationId xmlns:a16="http://schemas.microsoft.com/office/drawing/2014/main" id="{76A4419B-EEA8-3614-0B9F-5AC0DAE251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6478" y="1858021"/>
              <a:ext cx="432000" cy="422898"/>
            </a:xfrm>
            <a:custGeom>
              <a:avLst/>
              <a:gdLst>
                <a:gd name="T0" fmla="*/ 2895 w 12754"/>
                <a:gd name="T1" fmla="*/ 3482 h 12486"/>
                <a:gd name="T2" fmla="*/ 6377 w 12754"/>
                <a:gd name="T3" fmla="*/ 0 h 12486"/>
                <a:gd name="T4" fmla="*/ 9859 w 12754"/>
                <a:gd name="T5" fmla="*/ 3482 h 12486"/>
                <a:gd name="T6" fmla="*/ 6377 w 12754"/>
                <a:gd name="T7" fmla="*/ 6963 h 12486"/>
                <a:gd name="T8" fmla="*/ 2895 w 12754"/>
                <a:gd name="T9" fmla="*/ 3482 h 12486"/>
                <a:gd name="T10" fmla="*/ 0 w 12754"/>
                <a:gd name="T11" fmla="*/ 12468 h 12486"/>
                <a:gd name="T12" fmla="*/ 3586 w 12754"/>
                <a:gd name="T13" fmla="*/ 7045 h 12486"/>
                <a:gd name="T14" fmla="*/ 6377 w 12754"/>
                <a:gd name="T15" fmla="*/ 8014 h 12486"/>
                <a:gd name="T16" fmla="*/ 9182 w 12754"/>
                <a:gd name="T17" fmla="*/ 7036 h 12486"/>
                <a:gd name="T18" fmla="*/ 12754 w 12754"/>
                <a:gd name="T19" fmla="*/ 12468 h 12486"/>
                <a:gd name="T20" fmla="*/ 0 w 12754"/>
                <a:gd name="T21" fmla="*/ 12468 h 12486"/>
                <a:gd name="T22" fmla="*/ 0 w 12754"/>
                <a:gd name="T23" fmla="*/ 12468 h 12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54" h="12486">
                  <a:moveTo>
                    <a:pt x="2895" y="3482"/>
                  </a:moveTo>
                  <a:cubicBezTo>
                    <a:pt x="2895" y="1562"/>
                    <a:pt x="4457" y="0"/>
                    <a:pt x="6377" y="0"/>
                  </a:cubicBezTo>
                  <a:cubicBezTo>
                    <a:pt x="8297" y="0"/>
                    <a:pt x="9859" y="1562"/>
                    <a:pt x="9859" y="3482"/>
                  </a:cubicBezTo>
                  <a:cubicBezTo>
                    <a:pt x="9859" y="5402"/>
                    <a:pt x="8297" y="6963"/>
                    <a:pt x="6377" y="6963"/>
                  </a:cubicBezTo>
                  <a:cubicBezTo>
                    <a:pt x="4457" y="6963"/>
                    <a:pt x="2895" y="5402"/>
                    <a:pt x="2895" y="3482"/>
                  </a:cubicBezTo>
                  <a:close/>
                  <a:moveTo>
                    <a:pt x="0" y="12468"/>
                  </a:moveTo>
                  <a:cubicBezTo>
                    <a:pt x="75" y="11626"/>
                    <a:pt x="479" y="8643"/>
                    <a:pt x="3586" y="7045"/>
                  </a:cubicBezTo>
                  <a:cubicBezTo>
                    <a:pt x="4356" y="7650"/>
                    <a:pt x="5324" y="8014"/>
                    <a:pt x="6377" y="8014"/>
                  </a:cubicBezTo>
                  <a:cubicBezTo>
                    <a:pt x="7436" y="8014"/>
                    <a:pt x="8409" y="7647"/>
                    <a:pt x="9182" y="7036"/>
                  </a:cubicBezTo>
                  <a:cubicBezTo>
                    <a:pt x="12302" y="8627"/>
                    <a:pt x="12678" y="11589"/>
                    <a:pt x="12754" y="12468"/>
                  </a:cubicBezTo>
                  <a:cubicBezTo>
                    <a:pt x="12736" y="12486"/>
                    <a:pt x="18" y="12470"/>
                    <a:pt x="0" y="12468"/>
                  </a:cubicBezTo>
                  <a:close/>
                  <a:moveTo>
                    <a:pt x="0" y="12468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server_269015">
            <a:extLst>
              <a:ext uri="{FF2B5EF4-FFF2-40B4-BE49-F238E27FC236}">
                <a16:creationId xmlns:a16="http://schemas.microsoft.com/office/drawing/2014/main" id="{35FA1546-00F9-CB3A-91E5-6B06C96A9CFC}"/>
              </a:ext>
            </a:extLst>
          </p:cNvPr>
          <p:cNvSpPr>
            <a:spLocks noChangeAspect="1"/>
          </p:cNvSpPr>
          <p:nvPr/>
        </p:nvSpPr>
        <p:spPr bwMode="auto">
          <a:xfrm>
            <a:off x="4993953" y="4025653"/>
            <a:ext cx="432000" cy="43084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7639" h="606016">
                <a:moveTo>
                  <a:pt x="288199" y="513575"/>
                </a:moveTo>
                <a:lnTo>
                  <a:pt x="319351" y="513575"/>
                </a:lnTo>
                <a:cubicBezTo>
                  <a:pt x="323712" y="513575"/>
                  <a:pt x="327183" y="517042"/>
                  <a:pt x="327183" y="521397"/>
                </a:cubicBezTo>
                <a:lnTo>
                  <a:pt x="327183" y="559351"/>
                </a:lnTo>
                <a:lnTo>
                  <a:pt x="584231" y="559351"/>
                </a:lnTo>
                <a:cubicBezTo>
                  <a:pt x="597136" y="559351"/>
                  <a:pt x="607639" y="569840"/>
                  <a:pt x="607639" y="582728"/>
                </a:cubicBezTo>
                <a:cubicBezTo>
                  <a:pt x="607639" y="595616"/>
                  <a:pt x="597136" y="606016"/>
                  <a:pt x="584231" y="606016"/>
                </a:cubicBezTo>
                <a:lnTo>
                  <a:pt x="23408" y="606016"/>
                </a:lnTo>
                <a:cubicBezTo>
                  <a:pt x="10503" y="606016"/>
                  <a:pt x="0" y="595616"/>
                  <a:pt x="0" y="582728"/>
                </a:cubicBezTo>
                <a:cubicBezTo>
                  <a:pt x="0" y="569840"/>
                  <a:pt x="10503" y="559351"/>
                  <a:pt x="23408" y="559351"/>
                </a:cubicBezTo>
                <a:lnTo>
                  <a:pt x="280456" y="559351"/>
                </a:lnTo>
                <a:lnTo>
                  <a:pt x="280456" y="521397"/>
                </a:lnTo>
                <a:cubicBezTo>
                  <a:pt x="280456" y="517042"/>
                  <a:pt x="283927" y="513575"/>
                  <a:pt x="288199" y="513575"/>
                </a:cubicBezTo>
                <a:close/>
                <a:moveTo>
                  <a:pt x="111435" y="354105"/>
                </a:moveTo>
                <a:cubicBezTo>
                  <a:pt x="102801" y="354105"/>
                  <a:pt x="95859" y="361037"/>
                  <a:pt x="95859" y="369657"/>
                </a:cubicBezTo>
                <a:cubicBezTo>
                  <a:pt x="95859" y="378278"/>
                  <a:pt x="102801" y="385210"/>
                  <a:pt x="111435" y="385210"/>
                </a:cubicBezTo>
                <a:lnTo>
                  <a:pt x="341424" y="385210"/>
                </a:lnTo>
                <a:cubicBezTo>
                  <a:pt x="350058" y="385210"/>
                  <a:pt x="357000" y="378278"/>
                  <a:pt x="357000" y="369657"/>
                </a:cubicBezTo>
                <a:cubicBezTo>
                  <a:pt x="357000" y="361037"/>
                  <a:pt x="350058" y="354105"/>
                  <a:pt x="341424" y="354105"/>
                </a:cubicBezTo>
                <a:close/>
                <a:moveTo>
                  <a:pt x="461581" y="323621"/>
                </a:moveTo>
                <a:cubicBezTo>
                  <a:pt x="436215" y="323621"/>
                  <a:pt x="415566" y="344329"/>
                  <a:pt x="415566" y="369657"/>
                </a:cubicBezTo>
                <a:cubicBezTo>
                  <a:pt x="415566" y="395075"/>
                  <a:pt x="436215" y="415694"/>
                  <a:pt x="461581" y="415694"/>
                </a:cubicBezTo>
                <a:cubicBezTo>
                  <a:pt x="487037" y="415694"/>
                  <a:pt x="507686" y="395075"/>
                  <a:pt x="507686" y="369657"/>
                </a:cubicBezTo>
                <a:cubicBezTo>
                  <a:pt x="507686" y="344329"/>
                  <a:pt x="487037" y="323621"/>
                  <a:pt x="461581" y="323621"/>
                </a:cubicBezTo>
                <a:close/>
                <a:moveTo>
                  <a:pt x="31152" y="256788"/>
                </a:moveTo>
                <a:lnTo>
                  <a:pt x="576487" y="256788"/>
                </a:lnTo>
                <a:cubicBezTo>
                  <a:pt x="593665" y="256788"/>
                  <a:pt x="607639" y="270741"/>
                  <a:pt x="607639" y="287894"/>
                </a:cubicBezTo>
                <a:lnTo>
                  <a:pt x="607639" y="451421"/>
                </a:lnTo>
                <a:cubicBezTo>
                  <a:pt x="607639" y="468574"/>
                  <a:pt x="593665" y="482527"/>
                  <a:pt x="576487" y="482527"/>
                </a:cubicBezTo>
                <a:lnTo>
                  <a:pt x="31152" y="482527"/>
                </a:lnTo>
                <a:cubicBezTo>
                  <a:pt x="13974" y="482527"/>
                  <a:pt x="0" y="468574"/>
                  <a:pt x="0" y="451421"/>
                </a:cubicBezTo>
                <a:lnTo>
                  <a:pt x="0" y="287894"/>
                </a:lnTo>
                <a:cubicBezTo>
                  <a:pt x="0" y="270741"/>
                  <a:pt x="13974" y="256788"/>
                  <a:pt x="31152" y="256788"/>
                </a:cubicBezTo>
                <a:close/>
                <a:moveTo>
                  <a:pt x="111435" y="97235"/>
                </a:moveTo>
                <a:cubicBezTo>
                  <a:pt x="102801" y="97235"/>
                  <a:pt x="95859" y="104257"/>
                  <a:pt x="95859" y="112790"/>
                </a:cubicBezTo>
                <a:cubicBezTo>
                  <a:pt x="95859" y="121411"/>
                  <a:pt x="102801" y="128344"/>
                  <a:pt x="111435" y="128344"/>
                </a:cubicBezTo>
                <a:lnTo>
                  <a:pt x="341424" y="128344"/>
                </a:lnTo>
                <a:cubicBezTo>
                  <a:pt x="350058" y="128344"/>
                  <a:pt x="357000" y="121411"/>
                  <a:pt x="357000" y="112790"/>
                </a:cubicBezTo>
                <a:cubicBezTo>
                  <a:pt x="357000" y="104257"/>
                  <a:pt x="350058" y="97235"/>
                  <a:pt x="341424" y="97235"/>
                </a:cubicBezTo>
                <a:close/>
                <a:moveTo>
                  <a:pt x="461581" y="66838"/>
                </a:moveTo>
                <a:cubicBezTo>
                  <a:pt x="436215" y="66838"/>
                  <a:pt x="415566" y="87459"/>
                  <a:pt x="415566" y="112790"/>
                </a:cubicBezTo>
                <a:cubicBezTo>
                  <a:pt x="415566" y="138209"/>
                  <a:pt x="436215" y="158830"/>
                  <a:pt x="461581" y="158830"/>
                </a:cubicBezTo>
                <a:cubicBezTo>
                  <a:pt x="487037" y="158830"/>
                  <a:pt x="507686" y="138209"/>
                  <a:pt x="507686" y="112790"/>
                </a:cubicBezTo>
                <a:cubicBezTo>
                  <a:pt x="507686" y="87459"/>
                  <a:pt x="487037" y="66838"/>
                  <a:pt x="461581" y="66838"/>
                </a:cubicBezTo>
                <a:close/>
                <a:moveTo>
                  <a:pt x="31152" y="0"/>
                </a:moveTo>
                <a:lnTo>
                  <a:pt x="576487" y="0"/>
                </a:lnTo>
                <a:cubicBezTo>
                  <a:pt x="593665" y="0"/>
                  <a:pt x="607639" y="13865"/>
                  <a:pt x="607639" y="31108"/>
                </a:cubicBezTo>
                <a:lnTo>
                  <a:pt x="607639" y="194560"/>
                </a:lnTo>
                <a:cubicBezTo>
                  <a:pt x="607639" y="211714"/>
                  <a:pt x="593665" y="225668"/>
                  <a:pt x="576487" y="225668"/>
                </a:cubicBezTo>
                <a:lnTo>
                  <a:pt x="31152" y="225668"/>
                </a:lnTo>
                <a:cubicBezTo>
                  <a:pt x="13974" y="225668"/>
                  <a:pt x="0" y="211714"/>
                  <a:pt x="0" y="194560"/>
                </a:cubicBezTo>
                <a:lnTo>
                  <a:pt x="0" y="31108"/>
                </a:lnTo>
                <a:cubicBezTo>
                  <a:pt x="0" y="13865"/>
                  <a:pt x="13974" y="0"/>
                  <a:pt x="31152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Group 33">
            <a:extLst>
              <a:ext uri="{FF2B5EF4-FFF2-40B4-BE49-F238E27FC236}">
                <a16:creationId xmlns:a16="http://schemas.microsoft.com/office/drawing/2014/main" id="{282735CF-3DCD-1087-2255-A487685296D1}"/>
              </a:ext>
            </a:extLst>
          </p:cNvPr>
          <p:cNvGrpSpPr/>
          <p:nvPr/>
        </p:nvGrpSpPr>
        <p:grpSpPr>
          <a:xfrm>
            <a:off x="6307508" y="1986672"/>
            <a:ext cx="720000" cy="720000"/>
            <a:chOff x="10166188" y="1709470"/>
            <a:chExt cx="720000" cy="720000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F5984F2-D25E-C03C-99A0-8FEA17C9DAD3}"/>
                </a:ext>
              </a:extLst>
            </p:cNvPr>
            <p:cNvSpPr/>
            <p:nvPr/>
          </p:nvSpPr>
          <p:spPr bwMode="ltGray">
            <a:xfrm>
              <a:off x="10166188" y="1709470"/>
              <a:ext cx="720000" cy="720000"/>
            </a:xfrm>
            <a:prstGeom prst="ellipse">
              <a:avLst/>
            </a:prstGeom>
            <a:solidFill>
              <a:srgbClr val="C0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zh-CN" altLang="en-US" dirty="0" err="1"/>
            </a:p>
          </p:txBody>
        </p:sp>
        <p:sp>
          <p:nvSpPr>
            <p:cNvPr id="14" name="notebook_134">
              <a:extLst>
                <a:ext uri="{FF2B5EF4-FFF2-40B4-BE49-F238E27FC236}">
                  <a16:creationId xmlns:a16="http://schemas.microsoft.com/office/drawing/2014/main" id="{3F276F2A-4B28-ED0F-5B41-70AAA4DD5C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10188" y="1867267"/>
              <a:ext cx="432000" cy="404407"/>
            </a:xfrm>
            <a:custGeom>
              <a:avLst/>
              <a:gdLst>
                <a:gd name="connsiteX0" fmla="*/ 201419 w 607639"/>
                <a:gd name="connsiteY0" fmla="*/ 203977 h 568828"/>
                <a:gd name="connsiteX1" fmla="*/ 182016 w 607639"/>
                <a:gd name="connsiteY1" fmla="*/ 208599 h 568828"/>
                <a:gd name="connsiteX2" fmla="*/ 177388 w 607639"/>
                <a:gd name="connsiteY2" fmla="*/ 227975 h 568828"/>
                <a:gd name="connsiteX3" fmla="*/ 234351 w 607639"/>
                <a:gd name="connsiteY3" fmla="*/ 398624 h 568828"/>
                <a:gd name="connsiteX4" fmla="*/ 248058 w 607639"/>
                <a:gd name="connsiteY4" fmla="*/ 411067 h 568828"/>
                <a:gd name="connsiteX5" fmla="*/ 252419 w 607639"/>
                <a:gd name="connsiteY5" fmla="*/ 411600 h 568828"/>
                <a:gd name="connsiteX6" fmla="*/ 265859 w 607639"/>
                <a:gd name="connsiteY6" fmla="*/ 406089 h 568828"/>
                <a:gd name="connsiteX7" fmla="*/ 309382 w 607639"/>
                <a:gd name="connsiteY7" fmla="*/ 362627 h 568828"/>
                <a:gd name="connsiteX8" fmla="*/ 428828 w 607639"/>
                <a:gd name="connsiteY8" fmla="*/ 481904 h 568828"/>
                <a:gd name="connsiteX9" fmla="*/ 442267 w 607639"/>
                <a:gd name="connsiteY9" fmla="*/ 487503 h 568828"/>
                <a:gd name="connsiteX10" fmla="*/ 455707 w 607639"/>
                <a:gd name="connsiteY10" fmla="*/ 481904 h 568828"/>
                <a:gd name="connsiteX11" fmla="*/ 455707 w 607639"/>
                <a:gd name="connsiteY11" fmla="*/ 455062 h 568828"/>
                <a:gd name="connsiteX12" fmla="*/ 336173 w 607639"/>
                <a:gd name="connsiteY12" fmla="*/ 335786 h 568828"/>
                <a:gd name="connsiteX13" fmla="*/ 379786 w 607639"/>
                <a:gd name="connsiteY13" fmla="*/ 292324 h 568828"/>
                <a:gd name="connsiteX14" fmla="*/ 384770 w 607639"/>
                <a:gd name="connsiteY14" fmla="*/ 274548 h 568828"/>
                <a:gd name="connsiteX15" fmla="*/ 372309 w 607639"/>
                <a:gd name="connsiteY15" fmla="*/ 260860 h 568828"/>
                <a:gd name="connsiteX16" fmla="*/ 0 w 607639"/>
                <a:gd name="connsiteY16" fmla="*/ 151716 h 568828"/>
                <a:gd name="connsiteX17" fmla="*/ 607639 w 607639"/>
                <a:gd name="connsiteY17" fmla="*/ 151716 h 568828"/>
                <a:gd name="connsiteX18" fmla="*/ 607639 w 607639"/>
                <a:gd name="connsiteY18" fmla="*/ 525366 h 568828"/>
                <a:gd name="connsiteX19" fmla="*/ 575241 w 607639"/>
                <a:gd name="connsiteY19" fmla="*/ 568828 h 568828"/>
                <a:gd name="connsiteX20" fmla="*/ 43524 w 607639"/>
                <a:gd name="connsiteY20" fmla="*/ 568828 h 568828"/>
                <a:gd name="connsiteX21" fmla="*/ 0 w 607639"/>
                <a:gd name="connsiteY21" fmla="*/ 525366 h 568828"/>
                <a:gd name="connsiteX22" fmla="*/ 214414 w 607639"/>
                <a:gd name="connsiteY22" fmla="*/ 32437 h 568828"/>
                <a:gd name="connsiteX23" fmla="*/ 195456 w 607639"/>
                <a:gd name="connsiteY23" fmla="*/ 51366 h 568828"/>
                <a:gd name="connsiteX24" fmla="*/ 214414 w 607639"/>
                <a:gd name="connsiteY24" fmla="*/ 70295 h 568828"/>
                <a:gd name="connsiteX25" fmla="*/ 233461 w 607639"/>
                <a:gd name="connsiteY25" fmla="*/ 51366 h 568828"/>
                <a:gd name="connsiteX26" fmla="*/ 214414 w 607639"/>
                <a:gd name="connsiteY26" fmla="*/ 32437 h 568828"/>
                <a:gd name="connsiteX27" fmla="*/ 138492 w 607639"/>
                <a:gd name="connsiteY27" fmla="*/ 32437 h 568828"/>
                <a:gd name="connsiteX28" fmla="*/ 119534 w 607639"/>
                <a:gd name="connsiteY28" fmla="*/ 51366 h 568828"/>
                <a:gd name="connsiteX29" fmla="*/ 138492 w 607639"/>
                <a:gd name="connsiteY29" fmla="*/ 70295 h 568828"/>
                <a:gd name="connsiteX30" fmla="*/ 157450 w 607639"/>
                <a:gd name="connsiteY30" fmla="*/ 51366 h 568828"/>
                <a:gd name="connsiteX31" fmla="*/ 138492 w 607639"/>
                <a:gd name="connsiteY31" fmla="*/ 32437 h 568828"/>
                <a:gd name="connsiteX32" fmla="*/ 62571 w 607639"/>
                <a:gd name="connsiteY32" fmla="*/ 32437 h 568828"/>
                <a:gd name="connsiteX33" fmla="*/ 43524 w 607639"/>
                <a:gd name="connsiteY33" fmla="*/ 51366 h 568828"/>
                <a:gd name="connsiteX34" fmla="*/ 62571 w 607639"/>
                <a:gd name="connsiteY34" fmla="*/ 70295 h 568828"/>
                <a:gd name="connsiteX35" fmla="*/ 81529 w 607639"/>
                <a:gd name="connsiteY35" fmla="*/ 51366 h 568828"/>
                <a:gd name="connsiteX36" fmla="*/ 62571 w 607639"/>
                <a:gd name="connsiteY36" fmla="*/ 32437 h 568828"/>
                <a:gd name="connsiteX37" fmla="*/ 43524 w 607639"/>
                <a:gd name="connsiteY37" fmla="*/ 0 h 568828"/>
                <a:gd name="connsiteX38" fmla="*/ 575241 w 607639"/>
                <a:gd name="connsiteY38" fmla="*/ 0 h 568828"/>
                <a:gd name="connsiteX39" fmla="*/ 607639 w 607639"/>
                <a:gd name="connsiteY39" fmla="*/ 32437 h 568828"/>
                <a:gd name="connsiteX40" fmla="*/ 607639 w 607639"/>
                <a:gd name="connsiteY40" fmla="*/ 113751 h 568828"/>
                <a:gd name="connsiteX41" fmla="*/ 0 w 607639"/>
                <a:gd name="connsiteY41" fmla="*/ 113751 h 568828"/>
                <a:gd name="connsiteX42" fmla="*/ 0 w 607639"/>
                <a:gd name="connsiteY42" fmla="*/ 32437 h 568828"/>
                <a:gd name="connsiteX43" fmla="*/ 43524 w 607639"/>
                <a:gd name="connsiteY43" fmla="*/ 0 h 56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07639" h="568828">
                  <a:moveTo>
                    <a:pt x="201419" y="203977"/>
                  </a:moveTo>
                  <a:cubicBezTo>
                    <a:pt x="194566" y="201755"/>
                    <a:pt x="187089" y="203533"/>
                    <a:pt x="182016" y="208599"/>
                  </a:cubicBezTo>
                  <a:cubicBezTo>
                    <a:pt x="176943" y="213665"/>
                    <a:pt x="175163" y="221220"/>
                    <a:pt x="177388" y="227975"/>
                  </a:cubicBezTo>
                  <a:lnTo>
                    <a:pt x="234351" y="398624"/>
                  </a:lnTo>
                  <a:cubicBezTo>
                    <a:pt x="236487" y="404845"/>
                    <a:pt x="241649" y="409556"/>
                    <a:pt x="248058" y="411067"/>
                  </a:cubicBezTo>
                  <a:cubicBezTo>
                    <a:pt x="249482" y="411422"/>
                    <a:pt x="250906" y="411600"/>
                    <a:pt x="252419" y="411600"/>
                  </a:cubicBezTo>
                  <a:cubicBezTo>
                    <a:pt x="257403" y="411600"/>
                    <a:pt x="262210" y="409645"/>
                    <a:pt x="265859" y="406089"/>
                  </a:cubicBezTo>
                  <a:lnTo>
                    <a:pt x="309382" y="362627"/>
                  </a:lnTo>
                  <a:lnTo>
                    <a:pt x="428828" y="481904"/>
                  </a:lnTo>
                  <a:cubicBezTo>
                    <a:pt x="432566" y="485637"/>
                    <a:pt x="437461" y="487503"/>
                    <a:pt x="442267" y="487503"/>
                  </a:cubicBezTo>
                  <a:cubicBezTo>
                    <a:pt x="447163" y="487503"/>
                    <a:pt x="451969" y="485637"/>
                    <a:pt x="455707" y="481904"/>
                  </a:cubicBezTo>
                  <a:cubicBezTo>
                    <a:pt x="463095" y="474527"/>
                    <a:pt x="463095" y="462528"/>
                    <a:pt x="455707" y="455062"/>
                  </a:cubicBezTo>
                  <a:lnTo>
                    <a:pt x="336173" y="335786"/>
                  </a:lnTo>
                  <a:lnTo>
                    <a:pt x="379786" y="292324"/>
                  </a:lnTo>
                  <a:cubicBezTo>
                    <a:pt x="384414" y="287613"/>
                    <a:pt x="386283" y="280947"/>
                    <a:pt x="384770" y="274548"/>
                  </a:cubicBezTo>
                  <a:cubicBezTo>
                    <a:pt x="383257" y="268148"/>
                    <a:pt x="378540" y="262993"/>
                    <a:pt x="372309" y="260860"/>
                  </a:cubicBezTo>
                  <a:close/>
                  <a:moveTo>
                    <a:pt x="0" y="151716"/>
                  </a:moveTo>
                  <a:lnTo>
                    <a:pt x="607639" y="151716"/>
                  </a:lnTo>
                  <a:lnTo>
                    <a:pt x="607639" y="525366"/>
                  </a:lnTo>
                  <a:cubicBezTo>
                    <a:pt x="607639" y="546341"/>
                    <a:pt x="596157" y="568828"/>
                    <a:pt x="575241" y="568828"/>
                  </a:cubicBezTo>
                  <a:lnTo>
                    <a:pt x="43524" y="568828"/>
                  </a:lnTo>
                  <a:cubicBezTo>
                    <a:pt x="22607" y="568828"/>
                    <a:pt x="0" y="546341"/>
                    <a:pt x="0" y="525366"/>
                  </a:cubicBezTo>
                  <a:close/>
                  <a:moveTo>
                    <a:pt x="214414" y="32437"/>
                  </a:moveTo>
                  <a:cubicBezTo>
                    <a:pt x="203911" y="32437"/>
                    <a:pt x="195456" y="40879"/>
                    <a:pt x="195456" y="51366"/>
                  </a:cubicBezTo>
                  <a:cubicBezTo>
                    <a:pt x="195456" y="61852"/>
                    <a:pt x="203911" y="70295"/>
                    <a:pt x="214414" y="70295"/>
                  </a:cubicBezTo>
                  <a:cubicBezTo>
                    <a:pt x="224916" y="70295"/>
                    <a:pt x="233461" y="61852"/>
                    <a:pt x="233461" y="51366"/>
                  </a:cubicBezTo>
                  <a:cubicBezTo>
                    <a:pt x="233461" y="40879"/>
                    <a:pt x="224916" y="32437"/>
                    <a:pt x="214414" y="32437"/>
                  </a:cubicBezTo>
                  <a:close/>
                  <a:moveTo>
                    <a:pt x="138492" y="32437"/>
                  </a:moveTo>
                  <a:cubicBezTo>
                    <a:pt x="127990" y="32437"/>
                    <a:pt x="119534" y="40879"/>
                    <a:pt x="119534" y="51366"/>
                  </a:cubicBezTo>
                  <a:cubicBezTo>
                    <a:pt x="119534" y="61852"/>
                    <a:pt x="127990" y="70295"/>
                    <a:pt x="138492" y="70295"/>
                  </a:cubicBezTo>
                  <a:cubicBezTo>
                    <a:pt x="148995" y="70295"/>
                    <a:pt x="157450" y="61852"/>
                    <a:pt x="157450" y="51366"/>
                  </a:cubicBezTo>
                  <a:cubicBezTo>
                    <a:pt x="157450" y="40879"/>
                    <a:pt x="148995" y="32437"/>
                    <a:pt x="138492" y="32437"/>
                  </a:cubicBezTo>
                  <a:close/>
                  <a:moveTo>
                    <a:pt x="62571" y="32437"/>
                  </a:moveTo>
                  <a:cubicBezTo>
                    <a:pt x="52068" y="32437"/>
                    <a:pt x="43524" y="40879"/>
                    <a:pt x="43524" y="51366"/>
                  </a:cubicBezTo>
                  <a:cubicBezTo>
                    <a:pt x="43524" y="61852"/>
                    <a:pt x="52068" y="70295"/>
                    <a:pt x="62571" y="70295"/>
                  </a:cubicBezTo>
                  <a:cubicBezTo>
                    <a:pt x="72984" y="70295"/>
                    <a:pt x="81529" y="61852"/>
                    <a:pt x="81529" y="51366"/>
                  </a:cubicBezTo>
                  <a:cubicBezTo>
                    <a:pt x="81529" y="40879"/>
                    <a:pt x="72984" y="32437"/>
                    <a:pt x="62571" y="32437"/>
                  </a:cubicBezTo>
                  <a:close/>
                  <a:moveTo>
                    <a:pt x="43524" y="0"/>
                  </a:moveTo>
                  <a:lnTo>
                    <a:pt x="575241" y="0"/>
                  </a:lnTo>
                  <a:cubicBezTo>
                    <a:pt x="596157" y="0"/>
                    <a:pt x="607639" y="11464"/>
                    <a:pt x="607639" y="32437"/>
                  </a:cubicBezTo>
                  <a:lnTo>
                    <a:pt x="607639" y="113751"/>
                  </a:lnTo>
                  <a:lnTo>
                    <a:pt x="0" y="113751"/>
                  </a:lnTo>
                  <a:lnTo>
                    <a:pt x="0" y="32437"/>
                  </a:lnTo>
                  <a:cubicBezTo>
                    <a:pt x="0" y="11464"/>
                    <a:pt x="22607" y="0"/>
                    <a:pt x="435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" name="server_269015">
            <a:extLst>
              <a:ext uri="{FF2B5EF4-FFF2-40B4-BE49-F238E27FC236}">
                <a16:creationId xmlns:a16="http://schemas.microsoft.com/office/drawing/2014/main" id="{873916F3-176E-A3BB-365E-C9B936A41F55}"/>
              </a:ext>
            </a:extLst>
          </p:cNvPr>
          <p:cNvSpPr>
            <a:spLocks noChangeAspect="1"/>
          </p:cNvSpPr>
          <p:nvPr/>
        </p:nvSpPr>
        <p:spPr bwMode="auto">
          <a:xfrm>
            <a:off x="5723996" y="4025653"/>
            <a:ext cx="432000" cy="43084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7639" h="606016">
                <a:moveTo>
                  <a:pt x="288199" y="513575"/>
                </a:moveTo>
                <a:lnTo>
                  <a:pt x="319351" y="513575"/>
                </a:lnTo>
                <a:cubicBezTo>
                  <a:pt x="323712" y="513575"/>
                  <a:pt x="327183" y="517042"/>
                  <a:pt x="327183" y="521397"/>
                </a:cubicBezTo>
                <a:lnTo>
                  <a:pt x="327183" y="559351"/>
                </a:lnTo>
                <a:lnTo>
                  <a:pt x="584231" y="559351"/>
                </a:lnTo>
                <a:cubicBezTo>
                  <a:pt x="597136" y="559351"/>
                  <a:pt x="607639" y="569840"/>
                  <a:pt x="607639" y="582728"/>
                </a:cubicBezTo>
                <a:cubicBezTo>
                  <a:pt x="607639" y="595616"/>
                  <a:pt x="597136" y="606016"/>
                  <a:pt x="584231" y="606016"/>
                </a:cubicBezTo>
                <a:lnTo>
                  <a:pt x="23408" y="606016"/>
                </a:lnTo>
                <a:cubicBezTo>
                  <a:pt x="10503" y="606016"/>
                  <a:pt x="0" y="595616"/>
                  <a:pt x="0" y="582728"/>
                </a:cubicBezTo>
                <a:cubicBezTo>
                  <a:pt x="0" y="569840"/>
                  <a:pt x="10503" y="559351"/>
                  <a:pt x="23408" y="559351"/>
                </a:cubicBezTo>
                <a:lnTo>
                  <a:pt x="280456" y="559351"/>
                </a:lnTo>
                <a:lnTo>
                  <a:pt x="280456" y="521397"/>
                </a:lnTo>
                <a:cubicBezTo>
                  <a:pt x="280456" y="517042"/>
                  <a:pt x="283927" y="513575"/>
                  <a:pt x="288199" y="513575"/>
                </a:cubicBezTo>
                <a:close/>
                <a:moveTo>
                  <a:pt x="111435" y="354105"/>
                </a:moveTo>
                <a:cubicBezTo>
                  <a:pt x="102801" y="354105"/>
                  <a:pt x="95859" y="361037"/>
                  <a:pt x="95859" y="369657"/>
                </a:cubicBezTo>
                <a:cubicBezTo>
                  <a:pt x="95859" y="378278"/>
                  <a:pt x="102801" y="385210"/>
                  <a:pt x="111435" y="385210"/>
                </a:cubicBezTo>
                <a:lnTo>
                  <a:pt x="341424" y="385210"/>
                </a:lnTo>
                <a:cubicBezTo>
                  <a:pt x="350058" y="385210"/>
                  <a:pt x="357000" y="378278"/>
                  <a:pt x="357000" y="369657"/>
                </a:cubicBezTo>
                <a:cubicBezTo>
                  <a:pt x="357000" y="361037"/>
                  <a:pt x="350058" y="354105"/>
                  <a:pt x="341424" y="354105"/>
                </a:cubicBezTo>
                <a:close/>
                <a:moveTo>
                  <a:pt x="461581" y="323621"/>
                </a:moveTo>
                <a:cubicBezTo>
                  <a:pt x="436215" y="323621"/>
                  <a:pt x="415566" y="344329"/>
                  <a:pt x="415566" y="369657"/>
                </a:cubicBezTo>
                <a:cubicBezTo>
                  <a:pt x="415566" y="395075"/>
                  <a:pt x="436215" y="415694"/>
                  <a:pt x="461581" y="415694"/>
                </a:cubicBezTo>
                <a:cubicBezTo>
                  <a:pt x="487037" y="415694"/>
                  <a:pt x="507686" y="395075"/>
                  <a:pt x="507686" y="369657"/>
                </a:cubicBezTo>
                <a:cubicBezTo>
                  <a:pt x="507686" y="344329"/>
                  <a:pt x="487037" y="323621"/>
                  <a:pt x="461581" y="323621"/>
                </a:cubicBezTo>
                <a:close/>
                <a:moveTo>
                  <a:pt x="31152" y="256788"/>
                </a:moveTo>
                <a:lnTo>
                  <a:pt x="576487" y="256788"/>
                </a:lnTo>
                <a:cubicBezTo>
                  <a:pt x="593665" y="256788"/>
                  <a:pt x="607639" y="270741"/>
                  <a:pt x="607639" y="287894"/>
                </a:cubicBezTo>
                <a:lnTo>
                  <a:pt x="607639" y="451421"/>
                </a:lnTo>
                <a:cubicBezTo>
                  <a:pt x="607639" y="468574"/>
                  <a:pt x="593665" y="482527"/>
                  <a:pt x="576487" y="482527"/>
                </a:cubicBezTo>
                <a:lnTo>
                  <a:pt x="31152" y="482527"/>
                </a:lnTo>
                <a:cubicBezTo>
                  <a:pt x="13974" y="482527"/>
                  <a:pt x="0" y="468574"/>
                  <a:pt x="0" y="451421"/>
                </a:cubicBezTo>
                <a:lnTo>
                  <a:pt x="0" y="287894"/>
                </a:lnTo>
                <a:cubicBezTo>
                  <a:pt x="0" y="270741"/>
                  <a:pt x="13974" y="256788"/>
                  <a:pt x="31152" y="256788"/>
                </a:cubicBezTo>
                <a:close/>
                <a:moveTo>
                  <a:pt x="111435" y="97235"/>
                </a:moveTo>
                <a:cubicBezTo>
                  <a:pt x="102801" y="97235"/>
                  <a:pt x="95859" y="104257"/>
                  <a:pt x="95859" y="112790"/>
                </a:cubicBezTo>
                <a:cubicBezTo>
                  <a:pt x="95859" y="121411"/>
                  <a:pt x="102801" y="128344"/>
                  <a:pt x="111435" y="128344"/>
                </a:cubicBezTo>
                <a:lnTo>
                  <a:pt x="341424" y="128344"/>
                </a:lnTo>
                <a:cubicBezTo>
                  <a:pt x="350058" y="128344"/>
                  <a:pt x="357000" y="121411"/>
                  <a:pt x="357000" y="112790"/>
                </a:cubicBezTo>
                <a:cubicBezTo>
                  <a:pt x="357000" y="104257"/>
                  <a:pt x="350058" y="97235"/>
                  <a:pt x="341424" y="97235"/>
                </a:cubicBezTo>
                <a:close/>
                <a:moveTo>
                  <a:pt x="461581" y="66838"/>
                </a:moveTo>
                <a:cubicBezTo>
                  <a:pt x="436215" y="66838"/>
                  <a:pt x="415566" y="87459"/>
                  <a:pt x="415566" y="112790"/>
                </a:cubicBezTo>
                <a:cubicBezTo>
                  <a:pt x="415566" y="138209"/>
                  <a:pt x="436215" y="158830"/>
                  <a:pt x="461581" y="158830"/>
                </a:cubicBezTo>
                <a:cubicBezTo>
                  <a:pt x="487037" y="158830"/>
                  <a:pt x="507686" y="138209"/>
                  <a:pt x="507686" y="112790"/>
                </a:cubicBezTo>
                <a:cubicBezTo>
                  <a:pt x="507686" y="87459"/>
                  <a:pt x="487037" y="66838"/>
                  <a:pt x="461581" y="66838"/>
                </a:cubicBezTo>
                <a:close/>
                <a:moveTo>
                  <a:pt x="31152" y="0"/>
                </a:moveTo>
                <a:lnTo>
                  <a:pt x="576487" y="0"/>
                </a:lnTo>
                <a:cubicBezTo>
                  <a:pt x="593665" y="0"/>
                  <a:pt x="607639" y="13865"/>
                  <a:pt x="607639" y="31108"/>
                </a:cubicBezTo>
                <a:lnTo>
                  <a:pt x="607639" y="194560"/>
                </a:lnTo>
                <a:cubicBezTo>
                  <a:pt x="607639" y="211714"/>
                  <a:pt x="593665" y="225668"/>
                  <a:pt x="576487" y="225668"/>
                </a:cubicBezTo>
                <a:lnTo>
                  <a:pt x="31152" y="225668"/>
                </a:lnTo>
                <a:cubicBezTo>
                  <a:pt x="13974" y="225668"/>
                  <a:pt x="0" y="211714"/>
                  <a:pt x="0" y="194560"/>
                </a:cubicBezTo>
                <a:lnTo>
                  <a:pt x="0" y="31108"/>
                </a:lnTo>
                <a:cubicBezTo>
                  <a:pt x="0" y="13865"/>
                  <a:pt x="13974" y="0"/>
                  <a:pt x="31152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erver_269015">
            <a:extLst>
              <a:ext uri="{FF2B5EF4-FFF2-40B4-BE49-F238E27FC236}">
                <a16:creationId xmlns:a16="http://schemas.microsoft.com/office/drawing/2014/main" id="{A575DC79-C2A5-B009-136A-5146E3568F92}"/>
              </a:ext>
            </a:extLst>
          </p:cNvPr>
          <p:cNvSpPr>
            <a:spLocks noChangeAspect="1"/>
          </p:cNvSpPr>
          <p:nvPr/>
        </p:nvSpPr>
        <p:spPr bwMode="auto">
          <a:xfrm>
            <a:off x="4263910" y="4025653"/>
            <a:ext cx="432000" cy="43084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7639" h="606016">
                <a:moveTo>
                  <a:pt x="288199" y="513575"/>
                </a:moveTo>
                <a:lnTo>
                  <a:pt x="319351" y="513575"/>
                </a:lnTo>
                <a:cubicBezTo>
                  <a:pt x="323712" y="513575"/>
                  <a:pt x="327183" y="517042"/>
                  <a:pt x="327183" y="521397"/>
                </a:cubicBezTo>
                <a:lnTo>
                  <a:pt x="327183" y="559351"/>
                </a:lnTo>
                <a:lnTo>
                  <a:pt x="584231" y="559351"/>
                </a:lnTo>
                <a:cubicBezTo>
                  <a:pt x="597136" y="559351"/>
                  <a:pt x="607639" y="569840"/>
                  <a:pt x="607639" y="582728"/>
                </a:cubicBezTo>
                <a:cubicBezTo>
                  <a:pt x="607639" y="595616"/>
                  <a:pt x="597136" y="606016"/>
                  <a:pt x="584231" y="606016"/>
                </a:cubicBezTo>
                <a:lnTo>
                  <a:pt x="23408" y="606016"/>
                </a:lnTo>
                <a:cubicBezTo>
                  <a:pt x="10503" y="606016"/>
                  <a:pt x="0" y="595616"/>
                  <a:pt x="0" y="582728"/>
                </a:cubicBezTo>
                <a:cubicBezTo>
                  <a:pt x="0" y="569840"/>
                  <a:pt x="10503" y="559351"/>
                  <a:pt x="23408" y="559351"/>
                </a:cubicBezTo>
                <a:lnTo>
                  <a:pt x="280456" y="559351"/>
                </a:lnTo>
                <a:lnTo>
                  <a:pt x="280456" y="521397"/>
                </a:lnTo>
                <a:cubicBezTo>
                  <a:pt x="280456" y="517042"/>
                  <a:pt x="283927" y="513575"/>
                  <a:pt x="288199" y="513575"/>
                </a:cubicBezTo>
                <a:close/>
                <a:moveTo>
                  <a:pt x="111435" y="354105"/>
                </a:moveTo>
                <a:cubicBezTo>
                  <a:pt x="102801" y="354105"/>
                  <a:pt x="95859" y="361037"/>
                  <a:pt x="95859" y="369657"/>
                </a:cubicBezTo>
                <a:cubicBezTo>
                  <a:pt x="95859" y="378278"/>
                  <a:pt x="102801" y="385210"/>
                  <a:pt x="111435" y="385210"/>
                </a:cubicBezTo>
                <a:lnTo>
                  <a:pt x="341424" y="385210"/>
                </a:lnTo>
                <a:cubicBezTo>
                  <a:pt x="350058" y="385210"/>
                  <a:pt x="357000" y="378278"/>
                  <a:pt x="357000" y="369657"/>
                </a:cubicBezTo>
                <a:cubicBezTo>
                  <a:pt x="357000" y="361037"/>
                  <a:pt x="350058" y="354105"/>
                  <a:pt x="341424" y="354105"/>
                </a:cubicBezTo>
                <a:close/>
                <a:moveTo>
                  <a:pt x="461581" y="323621"/>
                </a:moveTo>
                <a:cubicBezTo>
                  <a:pt x="436215" y="323621"/>
                  <a:pt x="415566" y="344329"/>
                  <a:pt x="415566" y="369657"/>
                </a:cubicBezTo>
                <a:cubicBezTo>
                  <a:pt x="415566" y="395075"/>
                  <a:pt x="436215" y="415694"/>
                  <a:pt x="461581" y="415694"/>
                </a:cubicBezTo>
                <a:cubicBezTo>
                  <a:pt x="487037" y="415694"/>
                  <a:pt x="507686" y="395075"/>
                  <a:pt x="507686" y="369657"/>
                </a:cubicBezTo>
                <a:cubicBezTo>
                  <a:pt x="507686" y="344329"/>
                  <a:pt x="487037" y="323621"/>
                  <a:pt x="461581" y="323621"/>
                </a:cubicBezTo>
                <a:close/>
                <a:moveTo>
                  <a:pt x="31152" y="256788"/>
                </a:moveTo>
                <a:lnTo>
                  <a:pt x="576487" y="256788"/>
                </a:lnTo>
                <a:cubicBezTo>
                  <a:pt x="593665" y="256788"/>
                  <a:pt x="607639" y="270741"/>
                  <a:pt x="607639" y="287894"/>
                </a:cubicBezTo>
                <a:lnTo>
                  <a:pt x="607639" y="451421"/>
                </a:lnTo>
                <a:cubicBezTo>
                  <a:pt x="607639" y="468574"/>
                  <a:pt x="593665" y="482527"/>
                  <a:pt x="576487" y="482527"/>
                </a:cubicBezTo>
                <a:lnTo>
                  <a:pt x="31152" y="482527"/>
                </a:lnTo>
                <a:cubicBezTo>
                  <a:pt x="13974" y="482527"/>
                  <a:pt x="0" y="468574"/>
                  <a:pt x="0" y="451421"/>
                </a:cubicBezTo>
                <a:lnTo>
                  <a:pt x="0" y="287894"/>
                </a:lnTo>
                <a:cubicBezTo>
                  <a:pt x="0" y="270741"/>
                  <a:pt x="13974" y="256788"/>
                  <a:pt x="31152" y="256788"/>
                </a:cubicBezTo>
                <a:close/>
                <a:moveTo>
                  <a:pt x="111435" y="97235"/>
                </a:moveTo>
                <a:cubicBezTo>
                  <a:pt x="102801" y="97235"/>
                  <a:pt x="95859" y="104257"/>
                  <a:pt x="95859" y="112790"/>
                </a:cubicBezTo>
                <a:cubicBezTo>
                  <a:pt x="95859" y="121411"/>
                  <a:pt x="102801" y="128344"/>
                  <a:pt x="111435" y="128344"/>
                </a:cubicBezTo>
                <a:lnTo>
                  <a:pt x="341424" y="128344"/>
                </a:lnTo>
                <a:cubicBezTo>
                  <a:pt x="350058" y="128344"/>
                  <a:pt x="357000" y="121411"/>
                  <a:pt x="357000" y="112790"/>
                </a:cubicBezTo>
                <a:cubicBezTo>
                  <a:pt x="357000" y="104257"/>
                  <a:pt x="350058" y="97235"/>
                  <a:pt x="341424" y="97235"/>
                </a:cubicBezTo>
                <a:close/>
                <a:moveTo>
                  <a:pt x="461581" y="66838"/>
                </a:moveTo>
                <a:cubicBezTo>
                  <a:pt x="436215" y="66838"/>
                  <a:pt x="415566" y="87459"/>
                  <a:pt x="415566" y="112790"/>
                </a:cubicBezTo>
                <a:cubicBezTo>
                  <a:pt x="415566" y="138209"/>
                  <a:pt x="436215" y="158830"/>
                  <a:pt x="461581" y="158830"/>
                </a:cubicBezTo>
                <a:cubicBezTo>
                  <a:pt x="487037" y="158830"/>
                  <a:pt x="507686" y="138209"/>
                  <a:pt x="507686" y="112790"/>
                </a:cubicBezTo>
                <a:cubicBezTo>
                  <a:pt x="507686" y="87459"/>
                  <a:pt x="487037" y="66838"/>
                  <a:pt x="461581" y="66838"/>
                </a:cubicBezTo>
                <a:close/>
                <a:moveTo>
                  <a:pt x="31152" y="0"/>
                </a:moveTo>
                <a:lnTo>
                  <a:pt x="576487" y="0"/>
                </a:lnTo>
                <a:cubicBezTo>
                  <a:pt x="593665" y="0"/>
                  <a:pt x="607639" y="13865"/>
                  <a:pt x="607639" y="31108"/>
                </a:cubicBezTo>
                <a:lnTo>
                  <a:pt x="607639" y="194560"/>
                </a:lnTo>
                <a:cubicBezTo>
                  <a:pt x="607639" y="211714"/>
                  <a:pt x="593665" y="225668"/>
                  <a:pt x="576487" y="225668"/>
                </a:cubicBezTo>
                <a:lnTo>
                  <a:pt x="31152" y="225668"/>
                </a:lnTo>
                <a:cubicBezTo>
                  <a:pt x="13974" y="225668"/>
                  <a:pt x="0" y="211714"/>
                  <a:pt x="0" y="194560"/>
                </a:cubicBezTo>
                <a:lnTo>
                  <a:pt x="0" y="31108"/>
                </a:lnTo>
                <a:cubicBezTo>
                  <a:pt x="0" y="13865"/>
                  <a:pt x="13974" y="0"/>
                  <a:pt x="31152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37">
            <a:extLst>
              <a:ext uri="{FF2B5EF4-FFF2-40B4-BE49-F238E27FC236}">
                <a16:creationId xmlns:a16="http://schemas.microsoft.com/office/drawing/2014/main" id="{EFA74853-1C7B-9175-B196-2FF72EF57D4C}"/>
              </a:ext>
            </a:extLst>
          </p:cNvPr>
          <p:cNvSpPr/>
          <p:nvPr/>
        </p:nvSpPr>
        <p:spPr>
          <a:xfrm>
            <a:off x="3442765" y="3143222"/>
            <a:ext cx="1031051" cy="26161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zh-CN" altLang="en-US" sz="1100" dirty="0">
                <a:solidFill>
                  <a:schemeClr val="tx1"/>
                </a:solidFill>
              </a:rPr>
              <a:t>进行维护工作</a:t>
            </a:r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18" name="Group 62">
            <a:extLst>
              <a:ext uri="{FF2B5EF4-FFF2-40B4-BE49-F238E27FC236}">
                <a16:creationId xmlns:a16="http://schemas.microsoft.com/office/drawing/2014/main" id="{E795B8A6-D989-2F3C-9599-16E1FD9C0A79}"/>
              </a:ext>
            </a:extLst>
          </p:cNvPr>
          <p:cNvGrpSpPr/>
          <p:nvPr/>
        </p:nvGrpSpPr>
        <p:grpSpPr>
          <a:xfrm>
            <a:off x="5309098" y="3343665"/>
            <a:ext cx="504000" cy="504000"/>
            <a:chOff x="8321158" y="4203528"/>
            <a:chExt cx="504000" cy="504000"/>
          </a:xfrm>
        </p:grpSpPr>
        <p:sp>
          <p:nvSpPr>
            <p:cNvPr id="19" name="Oval 48">
              <a:extLst>
                <a:ext uri="{FF2B5EF4-FFF2-40B4-BE49-F238E27FC236}">
                  <a16:creationId xmlns:a16="http://schemas.microsoft.com/office/drawing/2014/main" id="{B30626BD-748B-D22E-74A7-4A4E43273C9C}"/>
                </a:ext>
              </a:extLst>
            </p:cNvPr>
            <p:cNvSpPr/>
            <p:nvPr/>
          </p:nvSpPr>
          <p:spPr bwMode="ltGray">
            <a:xfrm>
              <a:off x="8321158" y="4203528"/>
              <a:ext cx="504000" cy="50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endParaRPr lang="zh-CN" altLang="en-US" dirty="0" err="1"/>
            </a:p>
          </p:txBody>
        </p:sp>
        <p:sp>
          <p:nvSpPr>
            <p:cNvPr id="20" name="notebook_134">
              <a:extLst>
                <a:ext uri="{FF2B5EF4-FFF2-40B4-BE49-F238E27FC236}">
                  <a16:creationId xmlns:a16="http://schemas.microsoft.com/office/drawing/2014/main" id="{5CE8B942-F66C-ED67-57CF-23738D8EF2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93158" y="4289684"/>
              <a:ext cx="360000" cy="331688"/>
            </a:xfrm>
            <a:custGeom>
              <a:avLst/>
              <a:gdLst>
                <a:gd name="connsiteX0" fmla="*/ 317776 w 608343"/>
                <a:gd name="connsiteY0" fmla="*/ 144518 h 560501"/>
                <a:gd name="connsiteX1" fmla="*/ 343343 w 608343"/>
                <a:gd name="connsiteY1" fmla="*/ 170043 h 560501"/>
                <a:gd name="connsiteX2" fmla="*/ 343343 w 608343"/>
                <a:gd name="connsiteY2" fmla="*/ 271760 h 560501"/>
                <a:gd name="connsiteX3" fmla="*/ 432185 w 608343"/>
                <a:gd name="connsiteY3" fmla="*/ 328936 h 560501"/>
                <a:gd name="connsiteX4" fmla="*/ 439855 w 608343"/>
                <a:gd name="connsiteY4" fmla="*/ 364161 h 560501"/>
                <a:gd name="connsiteX5" fmla="*/ 418379 w 608343"/>
                <a:gd name="connsiteY5" fmla="*/ 375902 h 560501"/>
                <a:gd name="connsiteX6" fmla="*/ 404574 w 608343"/>
                <a:gd name="connsiteY6" fmla="*/ 371818 h 560501"/>
                <a:gd name="connsiteX7" fmla="*/ 311129 w 608343"/>
                <a:gd name="connsiteY7" fmla="*/ 311835 h 560501"/>
                <a:gd name="connsiteX8" fmla="*/ 292210 w 608343"/>
                <a:gd name="connsiteY8" fmla="*/ 277248 h 560501"/>
                <a:gd name="connsiteX9" fmla="*/ 292210 w 608343"/>
                <a:gd name="connsiteY9" fmla="*/ 170043 h 560501"/>
                <a:gd name="connsiteX10" fmla="*/ 317776 w 608343"/>
                <a:gd name="connsiteY10" fmla="*/ 144518 h 560501"/>
                <a:gd name="connsiteX11" fmla="*/ 327743 w 608343"/>
                <a:gd name="connsiteY11" fmla="*/ 0 h 560501"/>
                <a:gd name="connsiteX12" fmla="*/ 608343 w 608343"/>
                <a:gd name="connsiteY12" fmla="*/ 280315 h 560501"/>
                <a:gd name="connsiteX13" fmla="*/ 327743 w 608343"/>
                <a:gd name="connsiteY13" fmla="*/ 560501 h 560501"/>
                <a:gd name="connsiteX14" fmla="*/ 209293 w 608343"/>
                <a:gd name="connsiteY14" fmla="*/ 534473 h 560501"/>
                <a:gd name="connsiteX15" fmla="*/ 194215 w 608343"/>
                <a:gd name="connsiteY15" fmla="*/ 493262 h 560501"/>
                <a:gd name="connsiteX16" fmla="*/ 222454 w 608343"/>
                <a:gd name="connsiteY16" fmla="*/ 475399 h 560501"/>
                <a:gd name="connsiteX17" fmla="*/ 235487 w 608343"/>
                <a:gd name="connsiteY17" fmla="*/ 478206 h 560501"/>
                <a:gd name="connsiteX18" fmla="*/ 327743 w 608343"/>
                <a:gd name="connsiteY18" fmla="*/ 498493 h 560501"/>
                <a:gd name="connsiteX19" fmla="*/ 546243 w 608343"/>
                <a:gd name="connsiteY19" fmla="*/ 280187 h 560501"/>
                <a:gd name="connsiteX20" fmla="*/ 327743 w 608343"/>
                <a:gd name="connsiteY20" fmla="*/ 62008 h 560501"/>
                <a:gd name="connsiteX21" fmla="*/ 109115 w 608343"/>
                <a:gd name="connsiteY21" fmla="*/ 279166 h 560501"/>
                <a:gd name="connsiteX22" fmla="*/ 120998 w 608343"/>
                <a:gd name="connsiteY22" fmla="*/ 290777 h 560501"/>
                <a:gd name="connsiteX23" fmla="*/ 146298 w 608343"/>
                <a:gd name="connsiteY23" fmla="*/ 290777 h 560501"/>
                <a:gd name="connsiteX24" fmla="*/ 156137 w 608343"/>
                <a:gd name="connsiteY24" fmla="*/ 295625 h 560501"/>
                <a:gd name="connsiteX25" fmla="*/ 152943 w 608343"/>
                <a:gd name="connsiteY25" fmla="*/ 307364 h 560501"/>
                <a:gd name="connsiteX26" fmla="*/ 85732 w 608343"/>
                <a:gd name="connsiteY26" fmla="*/ 413518 h 560501"/>
                <a:gd name="connsiteX27" fmla="*/ 78448 w 608343"/>
                <a:gd name="connsiteY27" fmla="*/ 417856 h 560501"/>
                <a:gd name="connsiteX28" fmla="*/ 71932 w 608343"/>
                <a:gd name="connsiteY28" fmla="*/ 414539 h 560501"/>
                <a:gd name="connsiteX29" fmla="*/ 71420 w 608343"/>
                <a:gd name="connsiteY29" fmla="*/ 414028 h 560501"/>
                <a:gd name="connsiteX30" fmla="*/ 3443 w 608343"/>
                <a:gd name="connsiteY30" fmla="*/ 306853 h 560501"/>
                <a:gd name="connsiteX31" fmla="*/ 631 w 608343"/>
                <a:gd name="connsiteY31" fmla="*/ 295498 h 560501"/>
                <a:gd name="connsiteX32" fmla="*/ 10087 w 608343"/>
                <a:gd name="connsiteY32" fmla="*/ 290777 h 560501"/>
                <a:gd name="connsiteX33" fmla="*/ 35131 w 608343"/>
                <a:gd name="connsiteY33" fmla="*/ 290777 h 560501"/>
                <a:gd name="connsiteX34" fmla="*/ 47015 w 608343"/>
                <a:gd name="connsiteY34" fmla="*/ 282101 h 560501"/>
                <a:gd name="connsiteX35" fmla="*/ 47015 w 608343"/>
                <a:gd name="connsiteY35" fmla="*/ 279166 h 560501"/>
                <a:gd name="connsiteX36" fmla="*/ 327743 w 608343"/>
                <a:gd name="connsiteY36" fmla="*/ 0 h 56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343" h="560501">
                  <a:moveTo>
                    <a:pt x="317776" y="144518"/>
                  </a:moveTo>
                  <a:cubicBezTo>
                    <a:pt x="331966" y="144518"/>
                    <a:pt x="343343" y="155877"/>
                    <a:pt x="343343" y="170043"/>
                  </a:cubicBezTo>
                  <a:lnTo>
                    <a:pt x="343343" y="271760"/>
                  </a:lnTo>
                  <a:lnTo>
                    <a:pt x="432185" y="328936"/>
                  </a:lnTo>
                  <a:cubicBezTo>
                    <a:pt x="444074" y="336594"/>
                    <a:pt x="447525" y="352292"/>
                    <a:pt x="439855" y="364161"/>
                  </a:cubicBezTo>
                  <a:cubicBezTo>
                    <a:pt x="434998" y="371818"/>
                    <a:pt x="426816" y="375902"/>
                    <a:pt x="418379" y="375902"/>
                  </a:cubicBezTo>
                  <a:cubicBezTo>
                    <a:pt x="413650" y="375902"/>
                    <a:pt x="408792" y="374626"/>
                    <a:pt x="404574" y="371818"/>
                  </a:cubicBezTo>
                  <a:lnTo>
                    <a:pt x="311129" y="311835"/>
                  </a:lnTo>
                  <a:cubicBezTo>
                    <a:pt x="299880" y="304560"/>
                    <a:pt x="292210" y="290649"/>
                    <a:pt x="292210" y="277248"/>
                  </a:cubicBezTo>
                  <a:lnTo>
                    <a:pt x="292210" y="170043"/>
                  </a:lnTo>
                  <a:cubicBezTo>
                    <a:pt x="292210" y="155877"/>
                    <a:pt x="303715" y="144518"/>
                    <a:pt x="317776" y="144518"/>
                  </a:cubicBezTo>
                  <a:close/>
                  <a:moveTo>
                    <a:pt x="327743" y="0"/>
                  </a:moveTo>
                  <a:cubicBezTo>
                    <a:pt x="482482" y="0"/>
                    <a:pt x="608343" y="125675"/>
                    <a:pt x="608343" y="280315"/>
                  </a:cubicBezTo>
                  <a:cubicBezTo>
                    <a:pt x="608343" y="434826"/>
                    <a:pt x="482482" y="560501"/>
                    <a:pt x="327743" y="560501"/>
                  </a:cubicBezTo>
                  <a:cubicBezTo>
                    <a:pt x="286343" y="560501"/>
                    <a:pt x="246476" y="551825"/>
                    <a:pt x="209293" y="534473"/>
                  </a:cubicBezTo>
                  <a:cubicBezTo>
                    <a:pt x="193704" y="527200"/>
                    <a:pt x="187059" y="508700"/>
                    <a:pt x="194215" y="493262"/>
                  </a:cubicBezTo>
                  <a:cubicBezTo>
                    <a:pt x="199326" y="482416"/>
                    <a:pt x="210443" y="475399"/>
                    <a:pt x="222454" y="475399"/>
                  </a:cubicBezTo>
                  <a:cubicBezTo>
                    <a:pt x="226926" y="475399"/>
                    <a:pt x="231398" y="476292"/>
                    <a:pt x="235487" y="478206"/>
                  </a:cubicBezTo>
                  <a:cubicBezTo>
                    <a:pt x="264493" y="491730"/>
                    <a:pt x="295415" y="498493"/>
                    <a:pt x="327743" y="498493"/>
                  </a:cubicBezTo>
                  <a:cubicBezTo>
                    <a:pt x="448237" y="498493"/>
                    <a:pt x="546243" y="400631"/>
                    <a:pt x="546243" y="280187"/>
                  </a:cubicBezTo>
                  <a:cubicBezTo>
                    <a:pt x="546243" y="159870"/>
                    <a:pt x="448237" y="62008"/>
                    <a:pt x="327743" y="62008"/>
                  </a:cubicBezTo>
                  <a:cubicBezTo>
                    <a:pt x="207120" y="62008"/>
                    <a:pt x="109115" y="159360"/>
                    <a:pt x="109115" y="279166"/>
                  </a:cubicBezTo>
                  <a:cubicBezTo>
                    <a:pt x="109115" y="288991"/>
                    <a:pt x="113459" y="290777"/>
                    <a:pt x="120998" y="290777"/>
                  </a:cubicBezTo>
                  <a:lnTo>
                    <a:pt x="146298" y="290777"/>
                  </a:lnTo>
                  <a:cubicBezTo>
                    <a:pt x="151409" y="290777"/>
                    <a:pt x="154732" y="292563"/>
                    <a:pt x="156137" y="295625"/>
                  </a:cubicBezTo>
                  <a:cubicBezTo>
                    <a:pt x="158182" y="300346"/>
                    <a:pt x="154476" y="305450"/>
                    <a:pt x="152943" y="307364"/>
                  </a:cubicBezTo>
                  <a:lnTo>
                    <a:pt x="85732" y="413518"/>
                  </a:lnTo>
                  <a:cubicBezTo>
                    <a:pt x="83176" y="417091"/>
                    <a:pt x="80365" y="417856"/>
                    <a:pt x="78448" y="417856"/>
                  </a:cubicBezTo>
                  <a:cubicBezTo>
                    <a:pt x="76148" y="417856"/>
                    <a:pt x="73720" y="416708"/>
                    <a:pt x="71932" y="414539"/>
                  </a:cubicBezTo>
                  <a:lnTo>
                    <a:pt x="71420" y="414028"/>
                  </a:lnTo>
                  <a:lnTo>
                    <a:pt x="3443" y="306853"/>
                  </a:lnTo>
                  <a:cubicBezTo>
                    <a:pt x="2037" y="305067"/>
                    <a:pt x="-1413" y="300091"/>
                    <a:pt x="631" y="295498"/>
                  </a:cubicBezTo>
                  <a:cubicBezTo>
                    <a:pt x="2037" y="292436"/>
                    <a:pt x="5231" y="290777"/>
                    <a:pt x="10087" y="290777"/>
                  </a:cubicBezTo>
                  <a:lnTo>
                    <a:pt x="35131" y="290777"/>
                  </a:lnTo>
                  <a:cubicBezTo>
                    <a:pt x="43054" y="290777"/>
                    <a:pt x="47015" y="287970"/>
                    <a:pt x="47015" y="282101"/>
                  </a:cubicBezTo>
                  <a:lnTo>
                    <a:pt x="47015" y="279166"/>
                  </a:lnTo>
                  <a:cubicBezTo>
                    <a:pt x="47654" y="125293"/>
                    <a:pt x="173515" y="0"/>
                    <a:pt x="32774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1" name="Arrow: Right 51">
            <a:extLst>
              <a:ext uri="{FF2B5EF4-FFF2-40B4-BE49-F238E27FC236}">
                <a16:creationId xmlns:a16="http://schemas.microsoft.com/office/drawing/2014/main" id="{A34E0A81-DAFC-4B41-C711-4D08987FC3DF}"/>
              </a:ext>
            </a:extLst>
          </p:cNvPr>
          <p:cNvSpPr/>
          <p:nvPr/>
        </p:nvSpPr>
        <p:spPr bwMode="ltGray">
          <a:xfrm>
            <a:off x="4913592" y="2252161"/>
            <a:ext cx="1296000" cy="25968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22" name="Arrow: Right 53">
            <a:extLst>
              <a:ext uri="{FF2B5EF4-FFF2-40B4-BE49-F238E27FC236}">
                <a16:creationId xmlns:a16="http://schemas.microsoft.com/office/drawing/2014/main" id="{BA2BDE25-A973-9363-0D12-82E50D9A2B7C}"/>
              </a:ext>
            </a:extLst>
          </p:cNvPr>
          <p:cNvSpPr/>
          <p:nvPr/>
        </p:nvSpPr>
        <p:spPr bwMode="ltGray">
          <a:xfrm rot="5400000">
            <a:off x="6153947" y="3195823"/>
            <a:ext cx="1044000" cy="25968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23" name="TextBox 36">
            <a:extLst>
              <a:ext uri="{FF2B5EF4-FFF2-40B4-BE49-F238E27FC236}">
                <a16:creationId xmlns:a16="http://schemas.microsoft.com/office/drawing/2014/main" id="{88F22911-9D98-C15A-C5D4-B51FA9325065}"/>
              </a:ext>
            </a:extLst>
          </p:cNvPr>
          <p:cNvSpPr txBox="1"/>
          <p:nvPr/>
        </p:nvSpPr>
        <p:spPr>
          <a:xfrm>
            <a:off x="6714794" y="3166218"/>
            <a:ext cx="1116866" cy="26161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生成临时密码</a:t>
            </a:r>
          </a:p>
        </p:txBody>
      </p:sp>
      <p:sp>
        <p:nvSpPr>
          <p:cNvPr id="24" name="Flowchart: Connector 54">
            <a:extLst>
              <a:ext uri="{FF2B5EF4-FFF2-40B4-BE49-F238E27FC236}">
                <a16:creationId xmlns:a16="http://schemas.microsoft.com/office/drawing/2014/main" id="{41E5B0E9-E4B0-5732-A3AE-0DEA8F44D7C7}"/>
              </a:ext>
            </a:extLst>
          </p:cNvPr>
          <p:cNvSpPr/>
          <p:nvPr/>
        </p:nvSpPr>
        <p:spPr bwMode="ltGray">
          <a:xfrm>
            <a:off x="5345098" y="1802176"/>
            <a:ext cx="216000" cy="216000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050" b="1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lowchart: Connector 56">
            <a:extLst>
              <a:ext uri="{FF2B5EF4-FFF2-40B4-BE49-F238E27FC236}">
                <a16:creationId xmlns:a16="http://schemas.microsoft.com/office/drawing/2014/main" id="{CA53D0CB-2185-8C5C-F04E-2F75280BE564}"/>
              </a:ext>
            </a:extLst>
          </p:cNvPr>
          <p:cNvSpPr/>
          <p:nvPr/>
        </p:nvSpPr>
        <p:spPr bwMode="ltGray">
          <a:xfrm>
            <a:off x="6843943" y="2834445"/>
            <a:ext cx="216000" cy="216000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050" b="1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lowchart: Connector 57">
            <a:extLst>
              <a:ext uri="{FF2B5EF4-FFF2-40B4-BE49-F238E27FC236}">
                <a16:creationId xmlns:a16="http://schemas.microsoft.com/office/drawing/2014/main" id="{6F31A58F-DA04-EA02-5091-ECC8E4B433BC}"/>
              </a:ext>
            </a:extLst>
          </p:cNvPr>
          <p:cNvSpPr/>
          <p:nvPr/>
        </p:nvSpPr>
        <p:spPr bwMode="ltGray">
          <a:xfrm>
            <a:off x="3933484" y="2894310"/>
            <a:ext cx="216000" cy="216000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050" b="1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58">
            <a:extLst>
              <a:ext uri="{FF2B5EF4-FFF2-40B4-BE49-F238E27FC236}">
                <a16:creationId xmlns:a16="http://schemas.microsoft.com/office/drawing/2014/main" id="{05E38D52-C664-C51E-B1FB-7598FB220C4B}"/>
              </a:ext>
            </a:extLst>
          </p:cNvPr>
          <p:cNvSpPr txBox="1"/>
          <p:nvPr/>
        </p:nvSpPr>
        <p:spPr>
          <a:xfrm>
            <a:off x="4859651" y="3097487"/>
            <a:ext cx="1239442" cy="26161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    定时回收密码</a:t>
            </a:r>
          </a:p>
        </p:txBody>
      </p:sp>
      <p:sp>
        <p:nvSpPr>
          <p:cNvPr id="28" name="Flowchart: Connector 59">
            <a:extLst>
              <a:ext uri="{FF2B5EF4-FFF2-40B4-BE49-F238E27FC236}">
                <a16:creationId xmlns:a16="http://schemas.microsoft.com/office/drawing/2014/main" id="{B8E28EFB-FB1E-872B-EC52-24402FDC0637}"/>
              </a:ext>
            </a:extLst>
          </p:cNvPr>
          <p:cNvSpPr/>
          <p:nvPr/>
        </p:nvSpPr>
        <p:spPr bwMode="ltGray">
          <a:xfrm>
            <a:off x="5425953" y="2862723"/>
            <a:ext cx="216000" cy="216000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zh-CN" altLang="en-US" sz="1050" b="1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erver_269015">
            <a:extLst>
              <a:ext uri="{FF2B5EF4-FFF2-40B4-BE49-F238E27FC236}">
                <a16:creationId xmlns:a16="http://schemas.microsoft.com/office/drawing/2014/main" id="{BBE178B8-2DC0-0C25-2DFF-8FBA4BAEA4FC}"/>
              </a:ext>
            </a:extLst>
          </p:cNvPr>
          <p:cNvSpPr>
            <a:spLocks noChangeAspect="1"/>
          </p:cNvSpPr>
          <p:nvPr/>
        </p:nvSpPr>
        <p:spPr bwMode="auto">
          <a:xfrm>
            <a:off x="6454039" y="4025653"/>
            <a:ext cx="432000" cy="43084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7639" h="606016">
                <a:moveTo>
                  <a:pt x="288199" y="513575"/>
                </a:moveTo>
                <a:lnTo>
                  <a:pt x="319351" y="513575"/>
                </a:lnTo>
                <a:cubicBezTo>
                  <a:pt x="323712" y="513575"/>
                  <a:pt x="327183" y="517042"/>
                  <a:pt x="327183" y="521397"/>
                </a:cubicBezTo>
                <a:lnTo>
                  <a:pt x="327183" y="559351"/>
                </a:lnTo>
                <a:lnTo>
                  <a:pt x="584231" y="559351"/>
                </a:lnTo>
                <a:cubicBezTo>
                  <a:pt x="597136" y="559351"/>
                  <a:pt x="607639" y="569840"/>
                  <a:pt x="607639" y="582728"/>
                </a:cubicBezTo>
                <a:cubicBezTo>
                  <a:pt x="607639" y="595616"/>
                  <a:pt x="597136" y="606016"/>
                  <a:pt x="584231" y="606016"/>
                </a:cubicBezTo>
                <a:lnTo>
                  <a:pt x="23408" y="606016"/>
                </a:lnTo>
                <a:cubicBezTo>
                  <a:pt x="10503" y="606016"/>
                  <a:pt x="0" y="595616"/>
                  <a:pt x="0" y="582728"/>
                </a:cubicBezTo>
                <a:cubicBezTo>
                  <a:pt x="0" y="569840"/>
                  <a:pt x="10503" y="559351"/>
                  <a:pt x="23408" y="559351"/>
                </a:cubicBezTo>
                <a:lnTo>
                  <a:pt x="280456" y="559351"/>
                </a:lnTo>
                <a:lnTo>
                  <a:pt x="280456" y="521397"/>
                </a:lnTo>
                <a:cubicBezTo>
                  <a:pt x="280456" y="517042"/>
                  <a:pt x="283927" y="513575"/>
                  <a:pt x="288199" y="513575"/>
                </a:cubicBezTo>
                <a:close/>
                <a:moveTo>
                  <a:pt x="111435" y="354105"/>
                </a:moveTo>
                <a:cubicBezTo>
                  <a:pt x="102801" y="354105"/>
                  <a:pt x="95859" y="361037"/>
                  <a:pt x="95859" y="369657"/>
                </a:cubicBezTo>
                <a:cubicBezTo>
                  <a:pt x="95859" y="378278"/>
                  <a:pt x="102801" y="385210"/>
                  <a:pt x="111435" y="385210"/>
                </a:cubicBezTo>
                <a:lnTo>
                  <a:pt x="341424" y="385210"/>
                </a:lnTo>
                <a:cubicBezTo>
                  <a:pt x="350058" y="385210"/>
                  <a:pt x="357000" y="378278"/>
                  <a:pt x="357000" y="369657"/>
                </a:cubicBezTo>
                <a:cubicBezTo>
                  <a:pt x="357000" y="361037"/>
                  <a:pt x="350058" y="354105"/>
                  <a:pt x="341424" y="354105"/>
                </a:cubicBezTo>
                <a:close/>
                <a:moveTo>
                  <a:pt x="461581" y="323621"/>
                </a:moveTo>
                <a:cubicBezTo>
                  <a:pt x="436215" y="323621"/>
                  <a:pt x="415566" y="344329"/>
                  <a:pt x="415566" y="369657"/>
                </a:cubicBezTo>
                <a:cubicBezTo>
                  <a:pt x="415566" y="395075"/>
                  <a:pt x="436215" y="415694"/>
                  <a:pt x="461581" y="415694"/>
                </a:cubicBezTo>
                <a:cubicBezTo>
                  <a:pt x="487037" y="415694"/>
                  <a:pt x="507686" y="395075"/>
                  <a:pt x="507686" y="369657"/>
                </a:cubicBezTo>
                <a:cubicBezTo>
                  <a:pt x="507686" y="344329"/>
                  <a:pt x="487037" y="323621"/>
                  <a:pt x="461581" y="323621"/>
                </a:cubicBezTo>
                <a:close/>
                <a:moveTo>
                  <a:pt x="31152" y="256788"/>
                </a:moveTo>
                <a:lnTo>
                  <a:pt x="576487" y="256788"/>
                </a:lnTo>
                <a:cubicBezTo>
                  <a:pt x="593665" y="256788"/>
                  <a:pt x="607639" y="270741"/>
                  <a:pt x="607639" y="287894"/>
                </a:cubicBezTo>
                <a:lnTo>
                  <a:pt x="607639" y="451421"/>
                </a:lnTo>
                <a:cubicBezTo>
                  <a:pt x="607639" y="468574"/>
                  <a:pt x="593665" y="482527"/>
                  <a:pt x="576487" y="482527"/>
                </a:cubicBezTo>
                <a:lnTo>
                  <a:pt x="31152" y="482527"/>
                </a:lnTo>
                <a:cubicBezTo>
                  <a:pt x="13974" y="482527"/>
                  <a:pt x="0" y="468574"/>
                  <a:pt x="0" y="451421"/>
                </a:cubicBezTo>
                <a:lnTo>
                  <a:pt x="0" y="287894"/>
                </a:lnTo>
                <a:cubicBezTo>
                  <a:pt x="0" y="270741"/>
                  <a:pt x="13974" y="256788"/>
                  <a:pt x="31152" y="256788"/>
                </a:cubicBezTo>
                <a:close/>
                <a:moveTo>
                  <a:pt x="111435" y="97235"/>
                </a:moveTo>
                <a:cubicBezTo>
                  <a:pt x="102801" y="97235"/>
                  <a:pt x="95859" y="104257"/>
                  <a:pt x="95859" y="112790"/>
                </a:cubicBezTo>
                <a:cubicBezTo>
                  <a:pt x="95859" y="121411"/>
                  <a:pt x="102801" y="128344"/>
                  <a:pt x="111435" y="128344"/>
                </a:cubicBezTo>
                <a:lnTo>
                  <a:pt x="341424" y="128344"/>
                </a:lnTo>
                <a:cubicBezTo>
                  <a:pt x="350058" y="128344"/>
                  <a:pt x="357000" y="121411"/>
                  <a:pt x="357000" y="112790"/>
                </a:cubicBezTo>
                <a:cubicBezTo>
                  <a:pt x="357000" y="104257"/>
                  <a:pt x="350058" y="97235"/>
                  <a:pt x="341424" y="97235"/>
                </a:cubicBezTo>
                <a:close/>
                <a:moveTo>
                  <a:pt x="461581" y="66838"/>
                </a:moveTo>
                <a:cubicBezTo>
                  <a:pt x="436215" y="66838"/>
                  <a:pt x="415566" y="87459"/>
                  <a:pt x="415566" y="112790"/>
                </a:cubicBezTo>
                <a:cubicBezTo>
                  <a:pt x="415566" y="138209"/>
                  <a:pt x="436215" y="158830"/>
                  <a:pt x="461581" y="158830"/>
                </a:cubicBezTo>
                <a:cubicBezTo>
                  <a:pt x="487037" y="158830"/>
                  <a:pt x="507686" y="138209"/>
                  <a:pt x="507686" y="112790"/>
                </a:cubicBezTo>
                <a:cubicBezTo>
                  <a:pt x="507686" y="87459"/>
                  <a:pt x="487037" y="66838"/>
                  <a:pt x="461581" y="66838"/>
                </a:cubicBezTo>
                <a:close/>
                <a:moveTo>
                  <a:pt x="31152" y="0"/>
                </a:moveTo>
                <a:lnTo>
                  <a:pt x="576487" y="0"/>
                </a:lnTo>
                <a:cubicBezTo>
                  <a:pt x="593665" y="0"/>
                  <a:pt x="607639" y="13865"/>
                  <a:pt x="607639" y="31108"/>
                </a:cubicBezTo>
                <a:lnTo>
                  <a:pt x="607639" y="194560"/>
                </a:lnTo>
                <a:cubicBezTo>
                  <a:pt x="607639" y="211714"/>
                  <a:pt x="593665" y="225668"/>
                  <a:pt x="576487" y="225668"/>
                </a:cubicBezTo>
                <a:lnTo>
                  <a:pt x="31152" y="225668"/>
                </a:lnTo>
                <a:cubicBezTo>
                  <a:pt x="13974" y="225668"/>
                  <a:pt x="0" y="211714"/>
                  <a:pt x="0" y="194560"/>
                </a:cubicBezTo>
                <a:lnTo>
                  <a:pt x="0" y="31108"/>
                </a:lnTo>
                <a:cubicBezTo>
                  <a:pt x="0" y="13865"/>
                  <a:pt x="13974" y="0"/>
                  <a:pt x="31152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63">
            <a:extLst>
              <a:ext uri="{FF2B5EF4-FFF2-40B4-BE49-F238E27FC236}">
                <a16:creationId xmlns:a16="http://schemas.microsoft.com/office/drawing/2014/main" id="{3330EE4C-C6C5-ACAE-E6ED-991932B54109}"/>
              </a:ext>
            </a:extLst>
          </p:cNvPr>
          <p:cNvSpPr/>
          <p:nvPr/>
        </p:nvSpPr>
        <p:spPr>
          <a:xfrm>
            <a:off x="6058204" y="1709279"/>
            <a:ext cx="13131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/>
              <a:t>用户密码管理模块</a:t>
            </a:r>
          </a:p>
        </p:txBody>
      </p:sp>
      <p:sp>
        <p:nvSpPr>
          <p:cNvPr id="31" name="Rectangle 64">
            <a:extLst>
              <a:ext uri="{FF2B5EF4-FFF2-40B4-BE49-F238E27FC236}">
                <a16:creationId xmlns:a16="http://schemas.microsoft.com/office/drawing/2014/main" id="{67400657-D66C-E151-213B-1A98D119C77F}"/>
              </a:ext>
            </a:extLst>
          </p:cNvPr>
          <p:cNvSpPr/>
          <p:nvPr/>
        </p:nvSpPr>
        <p:spPr>
          <a:xfrm>
            <a:off x="3898522" y="1709279"/>
            <a:ext cx="10310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/>
              <a:t>系统维护人员</a:t>
            </a:r>
          </a:p>
        </p:txBody>
      </p:sp>
    </p:spTree>
    <p:extLst>
      <p:ext uri="{BB962C8B-B14F-4D97-AF65-F5344CB8AC3E}">
        <p14:creationId xmlns:p14="http://schemas.microsoft.com/office/powerpoint/2010/main" val="281452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7FBC99F-1116-BA80-9056-26874A63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552700"/>
            <a:ext cx="6400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6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596960-AEFB-E72D-8B5F-1A22938F7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1" y="590858"/>
            <a:ext cx="10616741" cy="52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2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EBEC38-E574-528F-6682-C30E71B2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636356"/>
            <a:ext cx="10616400" cy="528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0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25FBB34-C047-B7C1-FA3E-2F106CC6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00" y="788760"/>
            <a:ext cx="10616400" cy="52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9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EC9250-113F-5FF3-C524-8C69F3F4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3" y="787020"/>
            <a:ext cx="10616400" cy="528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4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973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11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19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12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872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71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78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652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121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357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688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Oplus</a:t>
            </a:r>
            <a:r>
              <a:rPr lang="zh-CN" altLang="en-US" dirty="0"/>
              <a:t>截图规范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208AE09-5EC3-45B8-A165-850B112C4C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355A05-F6F9-42AC-A52B-D58A21509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2021/06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0264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5DE6C6-7EC9-4231-842C-376329F5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1</a:t>
            </a:r>
            <a:r>
              <a:rPr lang="zh-CN" altLang="en-US" dirty="0"/>
              <a:t>：使用</a:t>
            </a:r>
            <a:r>
              <a:rPr lang="en-US" altLang="zh-CN" dirty="0"/>
              <a:t>PPT</a:t>
            </a:r>
            <a:r>
              <a:rPr lang="zh-CN" altLang="en-US" dirty="0"/>
              <a:t>管理截图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F7CFB-22A5-4B83-B1DC-62681278F994}"/>
              </a:ext>
            </a:extLst>
          </p:cNvPr>
          <p:cNvSpPr txBox="1"/>
          <p:nvPr/>
        </p:nvSpPr>
        <p:spPr>
          <a:xfrm>
            <a:off x="802344" y="2140445"/>
            <a:ext cx="4320000" cy="1404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使用</a:t>
            </a:r>
            <a:r>
              <a:rPr lang="en-US" altLang="zh-CN" sz="1400" b="1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的好处</a:t>
            </a:r>
            <a:endParaRPr lang="en-US" altLang="zh-CN" sz="1400" b="1" dirty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统一样式，包括字体、颜色、边框、标注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后续可以很容易的修改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可以用于培训材料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C8B9C6-3FB7-42B8-8496-932F7FD15860}"/>
              </a:ext>
            </a:extLst>
          </p:cNvPr>
          <p:cNvSpPr txBox="1"/>
          <p:nvPr/>
        </p:nvSpPr>
        <p:spPr>
          <a:xfrm>
            <a:off x="964935" y="1552243"/>
            <a:ext cx="4479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ea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+mn-ea"/>
              </a:rPr>
              <a:t>PowerPoint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来截图和标注</a:t>
            </a:r>
            <a:endParaRPr lang="en-US" altLang="zh-CN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FC4A7-4457-4C89-AB1A-0BF8A78D1EDC}"/>
              </a:ext>
            </a:extLst>
          </p:cNvPr>
          <p:cNvSpPr txBox="1"/>
          <p:nvPr/>
        </p:nvSpPr>
        <p:spPr>
          <a:xfrm>
            <a:off x="5859628" y="1695878"/>
            <a:ext cx="5894710" cy="216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+mn-ea"/>
              </a:rPr>
              <a:t>重点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latin typeface="+mn-ea"/>
              </a:rPr>
              <a:t>一个模块一个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文件，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要保存到本地，供以后修改。</a:t>
            </a:r>
            <a:endParaRPr lang="en-US" altLang="zh-CN" sz="1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latin typeface="+mn-ea"/>
              </a:rPr>
              <a:t>使用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模板中已有的样式，不要建新的（目的是为了统一）</a:t>
            </a:r>
            <a:endParaRPr lang="en-US" altLang="zh-CN" sz="1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latin typeface="+mn-ea"/>
              </a:rPr>
              <a:t>字体：思源黑体（优先）、微软雅黑（其次）</a:t>
            </a:r>
            <a:endParaRPr lang="en-US" altLang="zh-CN" sz="1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>
                <a:latin typeface="+mn-ea"/>
              </a:rPr>
              <a:t>使用模板定义的字体大小，不要修改</a:t>
            </a:r>
            <a:endParaRPr lang="en-US" altLang="zh-CN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049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2B3C-B1A7-435E-914C-8E93BE8B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99B02-9DD3-4DA2-BDFA-4B7589E9A291}"/>
              </a:ext>
            </a:extLst>
          </p:cNvPr>
          <p:cNvSpPr txBox="1"/>
          <p:nvPr/>
        </p:nvSpPr>
        <p:spPr>
          <a:xfrm>
            <a:off x="404490" y="1161732"/>
            <a:ext cx="5074027" cy="1612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200" dirty="0">
                <a:latin typeface="+mn-ea"/>
              </a:rPr>
              <a:t>使用截图工具截图</a:t>
            </a:r>
            <a:endParaRPr lang="en-US" altLang="zh-CN" sz="12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200" dirty="0">
                <a:latin typeface="+mn-ea"/>
              </a:rPr>
              <a:t>新建一页</a:t>
            </a:r>
            <a:r>
              <a:rPr lang="en-US" altLang="zh-CN" sz="1200" dirty="0">
                <a:latin typeface="+mn-ea"/>
              </a:rPr>
              <a:t>PPT</a:t>
            </a:r>
            <a:r>
              <a:rPr lang="zh-CN" altLang="en-US" sz="1200" dirty="0">
                <a:latin typeface="+mn-ea"/>
              </a:rPr>
              <a:t>，把截图贴到</a:t>
            </a:r>
            <a:r>
              <a:rPr lang="en-US" altLang="zh-CN" sz="1200" dirty="0">
                <a:latin typeface="+mn-ea"/>
              </a:rPr>
              <a:t>PPT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200" dirty="0">
                <a:latin typeface="+mn-ea"/>
              </a:rPr>
              <a:t>（可选）进行线框、文字等标注</a:t>
            </a:r>
            <a:endParaRPr lang="en-US" altLang="zh-CN" sz="12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200" dirty="0">
                <a:latin typeface="+mn-ea"/>
              </a:rPr>
              <a:t>选择截图，点右键，选择“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</a:rPr>
              <a:t>Save as Picture...</a:t>
            </a:r>
            <a:r>
              <a:rPr lang="zh-CN" altLang="en-US" sz="1200" dirty="0">
                <a:latin typeface="+mn-ea"/>
              </a:rPr>
              <a:t>”，保存为本地文件</a:t>
            </a:r>
            <a:endParaRPr lang="en-US" altLang="zh-CN" sz="12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200" dirty="0">
                <a:latin typeface="+mn-ea"/>
              </a:rPr>
              <a:t>在帮助文档中使用本地文件</a:t>
            </a:r>
            <a:endParaRPr lang="en-US" altLang="zh-CN" sz="1200" dirty="0"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C3607-255E-4C56-96E7-A6B535D7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1666" y="2115968"/>
            <a:ext cx="6154695" cy="26260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B9AE2E-783F-4528-BF68-2CCD1CDC7AD5}"/>
              </a:ext>
            </a:extLst>
          </p:cNvPr>
          <p:cNvSpPr/>
          <p:nvPr/>
        </p:nvSpPr>
        <p:spPr bwMode="ltGray">
          <a:xfrm>
            <a:off x="8182710" y="3921203"/>
            <a:ext cx="1342107" cy="212717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>
            <a:glow rad="50800">
              <a:srgbClr val="FF0000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149714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BA4-9E83-4DE2-B6E2-A4DCAFA49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可用的标注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E000AA-2866-499D-9FB7-6DD56FE503D8}"/>
              </a:ext>
            </a:extLst>
          </p:cNvPr>
          <p:cNvSpPr/>
          <p:nvPr/>
        </p:nvSpPr>
        <p:spPr bwMode="ltGray">
          <a:xfrm>
            <a:off x="1166297" y="2484704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文字说明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F6A6A1-A180-4FE6-97A6-C7E20BE2F9D0}"/>
              </a:ext>
            </a:extLst>
          </p:cNvPr>
          <p:cNvSpPr/>
          <p:nvPr/>
        </p:nvSpPr>
        <p:spPr bwMode="ltGray">
          <a:xfrm>
            <a:off x="852037" y="1527088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3F9EDC-AA09-4983-83B1-3FE3B3818613}"/>
              </a:ext>
            </a:extLst>
          </p:cNvPr>
          <p:cNvSpPr/>
          <p:nvPr/>
        </p:nvSpPr>
        <p:spPr bwMode="ltGray">
          <a:xfrm>
            <a:off x="1215803" y="1527088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AD4A83-39CB-48FF-B63A-1F772357FAD9}"/>
              </a:ext>
            </a:extLst>
          </p:cNvPr>
          <p:cNvSpPr/>
          <p:nvPr/>
        </p:nvSpPr>
        <p:spPr bwMode="ltGray">
          <a:xfrm>
            <a:off x="1579569" y="1527088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C7ABD-75ED-486F-AABD-065B9B2CF8F9}"/>
              </a:ext>
            </a:extLst>
          </p:cNvPr>
          <p:cNvSpPr txBox="1"/>
          <p:nvPr/>
        </p:nvSpPr>
        <p:spPr>
          <a:xfrm>
            <a:off x="2355343" y="1367704"/>
            <a:ext cx="6408000" cy="7007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latin typeface="+mn-ea"/>
              </a:defRPr>
            </a:lvl1pPr>
          </a:lstStyle>
          <a:p>
            <a:r>
              <a:rPr lang="zh-CN" altLang="en-US" sz="1400" dirty="0"/>
              <a:t>序号，当页面要标注的内容很多的时候，直接标注文字会很复杂，可以用序号。具体的内容在帮助文档中写。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5A645-25CC-4C1D-AC4B-03D8CEB2C35F}"/>
              </a:ext>
            </a:extLst>
          </p:cNvPr>
          <p:cNvSpPr txBox="1"/>
          <p:nvPr/>
        </p:nvSpPr>
        <p:spPr>
          <a:xfrm>
            <a:off x="2337114" y="2415978"/>
            <a:ext cx="6408000" cy="377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用于标注简短的文字。大段的文字写在正文里面。</a:t>
            </a:r>
            <a:endParaRPr lang="zh-CN" alt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0EBBE-C6DA-4DD7-B3B8-A410360472D2}"/>
              </a:ext>
            </a:extLst>
          </p:cNvPr>
          <p:cNvSpPr/>
          <p:nvPr/>
        </p:nvSpPr>
        <p:spPr bwMode="ltGray">
          <a:xfrm>
            <a:off x="865416" y="3277049"/>
            <a:ext cx="1313580" cy="276999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E26D5-8786-4AAA-9F4D-BD02FD1FD0E2}"/>
              </a:ext>
            </a:extLst>
          </p:cNvPr>
          <p:cNvSpPr txBox="1"/>
          <p:nvPr/>
        </p:nvSpPr>
        <p:spPr>
          <a:xfrm>
            <a:off x="2355343" y="3217225"/>
            <a:ext cx="6408000" cy="377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用于高亮界面的元素</a:t>
            </a:r>
            <a:endParaRPr lang="zh-CN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34F2F-B546-4502-BACE-E084AC913C49}"/>
              </a:ext>
            </a:extLst>
          </p:cNvPr>
          <p:cNvSpPr txBox="1"/>
          <p:nvPr/>
        </p:nvSpPr>
        <p:spPr>
          <a:xfrm>
            <a:off x="2355343" y="3818417"/>
            <a:ext cx="3559189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+mn-ea"/>
              </a:rPr>
              <a:t>尽量少用箭头！</a:t>
            </a:r>
            <a:endParaRPr lang="zh-CN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EFA3C-9F21-4815-BA2F-CA39E2683FD3}"/>
              </a:ext>
            </a:extLst>
          </p:cNvPr>
          <p:cNvSpPr txBox="1"/>
          <p:nvPr/>
        </p:nvSpPr>
        <p:spPr>
          <a:xfrm>
            <a:off x="2394756" y="5171160"/>
            <a:ext cx="5070216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+mn-ea"/>
              </a:rPr>
              <a:t>除了这三种样式，不要用其它形状</a:t>
            </a:r>
            <a:endParaRPr lang="zh-CN" altLang="en-US" sz="20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533F40-3D25-4BBC-84A3-0ED044278C32}"/>
              </a:ext>
            </a:extLst>
          </p:cNvPr>
          <p:cNvCxnSpPr>
            <a:cxnSpLocks/>
          </p:cNvCxnSpPr>
          <p:nvPr/>
        </p:nvCxnSpPr>
        <p:spPr>
          <a:xfrm>
            <a:off x="1191269" y="4069394"/>
            <a:ext cx="750276" cy="1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headEnd type="none" w="med" len="med"/>
            <a:tailEnd type="arrow" w="med" len="med"/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09B783-1ACD-4A62-B732-D79F942701B5}"/>
              </a:ext>
            </a:extLst>
          </p:cNvPr>
          <p:cNvSpPr/>
          <p:nvPr/>
        </p:nvSpPr>
        <p:spPr bwMode="ltGray">
          <a:xfrm>
            <a:off x="1943335" y="1527088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b="1" dirty="0"/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2461431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A45A-B4ED-46BA-A8CB-59E28AAF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2</a:t>
            </a:r>
            <a:r>
              <a:rPr lang="zh-CN" altLang="en-US" dirty="0"/>
              <a:t>：长宽必需等比例缩放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5AF15-654C-4713-9E13-0818A1B3F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72" y="2957605"/>
            <a:ext cx="2963594" cy="1463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D40494-891E-4A6F-AD32-7FD61DD5E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7540" y="2957605"/>
            <a:ext cx="4859930" cy="1463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56F5A-1B72-46A6-A1FC-D2D92839E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9662" y="2957605"/>
            <a:ext cx="1697770" cy="1463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iconfont-11607-6151287">
            <a:extLst>
              <a:ext uri="{FF2B5EF4-FFF2-40B4-BE49-F238E27FC236}">
                <a16:creationId xmlns:a16="http://schemas.microsoft.com/office/drawing/2014/main" id="{82571732-F4D9-4381-94F2-BFFBCCBCF854}"/>
              </a:ext>
            </a:extLst>
          </p:cNvPr>
          <p:cNvSpPr>
            <a:spLocks noChangeAspect="1"/>
          </p:cNvSpPr>
          <p:nvPr/>
        </p:nvSpPr>
        <p:spPr bwMode="auto">
          <a:xfrm>
            <a:off x="2086162" y="4677178"/>
            <a:ext cx="457200" cy="457200"/>
          </a:xfrm>
          <a:custGeom>
            <a:avLst/>
            <a:gdLst>
              <a:gd name="T0" fmla="*/ 6400 w 12800"/>
              <a:gd name="T1" fmla="*/ 12800 h 12800"/>
              <a:gd name="T2" fmla="*/ 1875 w 12800"/>
              <a:gd name="T3" fmla="*/ 10925 h 12800"/>
              <a:gd name="T4" fmla="*/ 0 w 12800"/>
              <a:gd name="T5" fmla="*/ 6400 h 12800"/>
              <a:gd name="T6" fmla="*/ 1875 w 12800"/>
              <a:gd name="T7" fmla="*/ 1875 h 12800"/>
              <a:gd name="T8" fmla="*/ 6400 w 12800"/>
              <a:gd name="T9" fmla="*/ 0 h 12800"/>
              <a:gd name="T10" fmla="*/ 10925 w 12800"/>
              <a:gd name="T11" fmla="*/ 1875 h 12800"/>
              <a:gd name="T12" fmla="*/ 12800 w 12800"/>
              <a:gd name="T13" fmla="*/ 6400 h 12800"/>
              <a:gd name="T14" fmla="*/ 10925 w 12800"/>
              <a:gd name="T15" fmla="*/ 10925 h 12800"/>
              <a:gd name="T16" fmla="*/ 6400 w 12800"/>
              <a:gd name="T17" fmla="*/ 12800 h 12800"/>
              <a:gd name="T18" fmla="*/ 5600 w 12800"/>
              <a:gd name="T19" fmla="*/ 7564 h 12800"/>
              <a:gd name="T20" fmla="*/ 3466 w 12800"/>
              <a:gd name="T21" fmla="*/ 5527 h 12800"/>
              <a:gd name="T22" fmla="*/ 2400 w 12800"/>
              <a:gd name="T23" fmla="*/ 6546 h 12800"/>
              <a:gd name="T24" fmla="*/ 5600 w 12800"/>
              <a:gd name="T25" fmla="*/ 9600 h 12800"/>
              <a:gd name="T26" fmla="*/ 10400 w 12800"/>
              <a:gd name="T27" fmla="*/ 5018 h 12800"/>
              <a:gd name="T28" fmla="*/ 9334 w 12800"/>
              <a:gd name="T29" fmla="*/ 4000 h 12800"/>
              <a:gd name="T30" fmla="*/ 5600 w 12800"/>
              <a:gd name="T31" fmla="*/ 756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00" h="12800"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  <a:moveTo>
                  <a:pt x="5600" y="7564"/>
                </a:moveTo>
                <a:lnTo>
                  <a:pt x="3466" y="5527"/>
                </a:lnTo>
                <a:lnTo>
                  <a:pt x="2400" y="6546"/>
                </a:lnTo>
                <a:lnTo>
                  <a:pt x="5600" y="9600"/>
                </a:lnTo>
                <a:lnTo>
                  <a:pt x="10400" y="5018"/>
                </a:lnTo>
                <a:lnTo>
                  <a:pt x="9334" y="4000"/>
                </a:lnTo>
                <a:lnTo>
                  <a:pt x="5600" y="7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font-11607-6151286">
            <a:extLst>
              <a:ext uri="{FF2B5EF4-FFF2-40B4-BE49-F238E27FC236}">
                <a16:creationId xmlns:a16="http://schemas.microsoft.com/office/drawing/2014/main" id="{46358635-158B-4569-8B30-4D11F258ED45}"/>
              </a:ext>
            </a:extLst>
          </p:cNvPr>
          <p:cNvSpPr>
            <a:spLocks noChangeAspect="1"/>
          </p:cNvSpPr>
          <p:nvPr/>
        </p:nvSpPr>
        <p:spPr bwMode="auto">
          <a:xfrm>
            <a:off x="6055451" y="4649205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iconfont-11607-6151286">
            <a:extLst>
              <a:ext uri="{FF2B5EF4-FFF2-40B4-BE49-F238E27FC236}">
                <a16:creationId xmlns:a16="http://schemas.microsoft.com/office/drawing/2014/main" id="{4F555939-F554-4BEE-8DF1-B423199587AF}"/>
              </a:ext>
            </a:extLst>
          </p:cNvPr>
          <p:cNvSpPr>
            <a:spLocks noChangeAspect="1"/>
          </p:cNvSpPr>
          <p:nvPr/>
        </p:nvSpPr>
        <p:spPr bwMode="auto">
          <a:xfrm>
            <a:off x="10105838" y="4649205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3C97F8-61A3-4BEF-9252-7E31A850C3DB}"/>
              </a:ext>
            </a:extLst>
          </p:cNvPr>
          <p:cNvSpPr txBox="1"/>
          <p:nvPr/>
        </p:nvSpPr>
        <p:spPr>
          <a:xfrm>
            <a:off x="690094" y="1045466"/>
            <a:ext cx="10618768" cy="433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latin typeface="+mn-ea"/>
              </a:defRPr>
            </a:lvl1pPr>
          </a:lstStyle>
          <a:p>
            <a:r>
              <a:rPr lang="zh-CN" altLang="en-US" dirty="0"/>
              <a:t>需要缩放图片的时候，长度和宽度必需按比例缩放</a:t>
            </a:r>
            <a:r>
              <a:rPr lang="zh-CN" altLang="en-US"/>
              <a:t>。在</a:t>
            </a:r>
            <a:r>
              <a:rPr lang="en-US" altLang="zh-CN" dirty="0"/>
              <a:t>PPT</a:t>
            </a:r>
            <a:r>
              <a:rPr lang="zh-CN" altLang="en-US" dirty="0"/>
              <a:t>里，必需用选中框的右下角拖拉，这样才能等比例。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75530-7EED-4690-B7BB-95047C15A138}"/>
              </a:ext>
            </a:extLst>
          </p:cNvPr>
          <p:cNvSpPr txBox="1"/>
          <p:nvPr/>
        </p:nvSpPr>
        <p:spPr>
          <a:xfrm>
            <a:off x="786072" y="1764919"/>
            <a:ext cx="10595464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强迫症必备！光做到这一点，就打败了</a:t>
            </a:r>
            <a:r>
              <a:rPr lang="en-US" altLang="zh-CN" sz="1200" dirty="0"/>
              <a:t>50%</a:t>
            </a:r>
            <a:r>
              <a:rPr lang="zh-CN" altLang="en-US" sz="1200" dirty="0"/>
              <a:t>的文档。</a:t>
            </a:r>
          </a:p>
        </p:txBody>
      </p:sp>
    </p:spTree>
    <p:extLst>
      <p:ext uri="{BB962C8B-B14F-4D97-AF65-F5344CB8AC3E}">
        <p14:creationId xmlns:p14="http://schemas.microsoft.com/office/powerpoint/2010/main" val="3885143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56C98F-3D42-416C-B2BB-0750B28E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3</a:t>
            </a:r>
            <a:r>
              <a:rPr lang="zh-CN" altLang="en-US" dirty="0"/>
              <a:t>：只截取内容区域</a:t>
            </a:r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6CC2B10-6502-4AE9-9937-A2080515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979" y="1903562"/>
            <a:ext cx="7295621" cy="455976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EB58A2D-549C-460A-8960-923AF4825835}"/>
              </a:ext>
            </a:extLst>
          </p:cNvPr>
          <p:cNvSpPr/>
          <p:nvPr/>
        </p:nvSpPr>
        <p:spPr bwMode="ltGray">
          <a:xfrm>
            <a:off x="2249979" y="2771977"/>
            <a:ext cx="7295621" cy="3433437"/>
          </a:xfrm>
          <a:prstGeom prst="rect">
            <a:avLst/>
          </a:prstGeom>
          <a:solidFill>
            <a:srgbClr val="FFF2CC">
              <a:alpha val="50196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D0EF96-A21D-4AD6-8C8C-F840A830995B}"/>
              </a:ext>
            </a:extLst>
          </p:cNvPr>
          <p:cNvSpPr txBox="1"/>
          <p:nvPr/>
        </p:nvSpPr>
        <p:spPr>
          <a:xfrm>
            <a:off x="4694587" y="5150080"/>
            <a:ext cx="29737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最多只截取红框里面的内容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F71E1-76A8-49B3-9BE7-14F3CFFF090A}"/>
              </a:ext>
            </a:extLst>
          </p:cNvPr>
          <p:cNvSpPr txBox="1"/>
          <p:nvPr/>
        </p:nvSpPr>
        <p:spPr>
          <a:xfrm>
            <a:off x="690094" y="1045466"/>
            <a:ext cx="10618768" cy="732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浏览器导航栏、地址栏、</a:t>
            </a:r>
            <a:r>
              <a:rPr lang="en-US" altLang="zh-CN" sz="1400" dirty="0">
                <a:latin typeface="+mn-ea"/>
              </a:rPr>
              <a:t>windows</a:t>
            </a:r>
            <a:r>
              <a:rPr lang="zh-CN" altLang="en-US" sz="1400" dirty="0">
                <a:latin typeface="+mn-ea"/>
              </a:rPr>
              <a:t>启动栏，这些不同的电脑显示不同，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禁止</a:t>
            </a:r>
            <a:r>
              <a:rPr lang="zh-CN" altLang="en-US" sz="1400" dirty="0">
                <a:latin typeface="+mn-ea"/>
              </a:rPr>
              <a:t>截取。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+mn-ea"/>
              </a:rPr>
              <a:t>Oplus</a:t>
            </a:r>
            <a:r>
              <a:rPr lang="zh-CN" altLang="en-US" sz="1400" dirty="0">
                <a:latin typeface="+mn-ea"/>
              </a:rPr>
              <a:t>自己顶部的导航条，由于不同的客户可能</a:t>
            </a:r>
            <a:r>
              <a:rPr lang="en-US" altLang="zh-CN" sz="1400" dirty="0">
                <a:latin typeface="+mn-ea"/>
              </a:rPr>
              <a:t>logo</a:t>
            </a:r>
            <a:r>
              <a:rPr lang="zh-CN" altLang="en-US" sz="1400" dirty="0">
                <a:latin typeface="+mn-ea"/>
              </a:rPr>
              <a:t>不同，也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不建议</a:t>
            </a:r>
            <a:r>
              <a:rPr lang="zh-CN" altLang="en-US" sz="1400" dirty="0">
                <a:latin typeface="+mn-ea"/>
              </a:rPr>
              <a:t>截取。</a:t>
            </a:r>
            <a:endParaRPr lang="en-US" altLang="zh-CN" sz="1400" dirty="0"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43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730D-9BA0-4310-9BB9-8D664C75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4</a:t>
            </a:r>
            <a:r>
              <a:rPr lang="zh-CN" altLang="en-US" dirty="0"/>
              <a:t>：突出重点内容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DF7C8-0F45-4824-B5BC-23D991D6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4" y="3007002"/>
            <a:ext cx="4798365" cy="28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DC56D0-E3E8-4230-A7FC-78BFE351D1D9}"/>
              </a:ext>
            </a:extLst>
          </p:cNvPr>
          <p:cNvSpPr txBox="1"/>
          <p:nvPr/>
        </p:nvSpPr>
        <p:spPr>
          <a:xfrm>
            <a:off x="609440" y="1037651"/>
            <a:ext cx="10871359" cy="12708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latin typeface="+mn-ea"/>
              </a:defRPr>
            </a:lvl1pPr>
          </a:lstStyle>
          <a:p>
            <a:r>
              <a:rPr lang="zh-CN" altLang="en-US" dirty="0"/>
              <a:t>截图要表达功能点的重点内容，裁剪掉不相关的内容。</a:t>
            </a:r>
            <a:endParaRPr lang="en-US" altLang="zh-CN" dirty="0"/>
          </a:p>
          <a:p>
            <a:r>
              <a:rPr lang="zh-CN" altLang="en-US" sz="1400" dirty="0"/>
              <a:t>尽量只截图所需要表达的部分图片。比如想说明一个菜单，或者几个控件的使用，就不要把整个浏览器全屏截图（这样要关注的地方太小了，可能看不清楚）。</a:t>
            </a:r>
            <a:r>
              <a:rPr lang="zh-CN" altLang="en-US" sz="1400" b="1" dirty="0">
                <a:solidFill>
                  <a:srgbClr val="0070C0"/>
                </a:solidFill>
              </a:rPr>
              <a:t>务必要让截图的部分能够看的清楚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r>
              <a:rPr lang="zh-CN" altLang="en-US" sz="1400" dirty="0"/>
              <a:t>尽量只截取所必需表达意思的局部，这样在</a:t>
            </a:r>
            <a:r>
              <a:rPr lang="en-US" altLang="zh-CN" sz="1400" dirty="0"/>
              <a:t>UI</a:t>
            </a:r>
            <a:r>
              <a:rPr lang="zh-CN" altLang="en-US" sz="1400" dirty="0"/>
              <a:t>改版的情况下，对截图影响最小。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8D558-576D-4FCF-B9CC-7723F417D4E7}"/>
              </a:ext>
            </a:extLst>
          </p:cNvPr>
          <p:cNvSpPr txBox="1"/>
          <p:nvPr/>
        </p:nvSpPr>
        <p:spPr>
          <a:xfrm>
            <a:off x="991862" y="2497768"/>
            <a:ext cx="6135079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例如表达查看脚本的功能，重点在对话框，那么要把背景删掉。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A187D2-5ACF-4B8B-8DAB-AABFB727B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403" y="2965703"/>
            <a:ext cx="4444725" cy="28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iconfont-11607-6151287">
            <a:extLst>
              <a:ext uri="{FF2B5EF4-FFF2-40B4-BE49-F238E27FC236}">
                <a16:creationId xmlns:a16="http://schemas.microsoft.com/office/drawing/2014/main" id="{BF057769-583D-4781-B4D0-6DE314F0FA7E}"/>
              </a:ext>
            </a:extLst>
          </p:cNvPr>
          <p:cNvSpPr>
            <a:spLocks noChangeAspect="1"/>
          </p:cNvSpPr>
          <p:nvPr/>
        </p:nvSpPr>
        <p:spPr bwMode="auto">
          <a:xfrm>
            <a:off x="8947353" y="6059413"/>
            <a:ext cx="457200" cy="457200"/>
          </a:xfrm>
          <a:custGeom>
            <a:avLst/>
            <a:gdLst>
              <a:gd name="T0" fmla="*/ 6400 w 12800"/>
              <a:gd name="T1" fmla="*/ 12800 h 12800"/>
              <a:gd name="T2" fmla="*/ 1875 w 12800"/>
              <a:gd name="T3" fmla="*/ 10925 h 12800"/>
              <a:gd name="T4" fmla="*/ 0 w 12800"/>
              <a:gd name="T5" fmla="*/ 6400 h 12800"/>
              <a:gd name="T6" fmla="*/ 1875 w 12800"/>
              <a:gd name="T7" fmla="*/ 1875 h 12800"/>
              <a:gd name="T8" fmla="*/ 6400 w 12800"/>
              <a:gd name="T9" fmla="*/ 0 h 12800"/>
              <a:gd name="T10" fmla="*/ 10925 w 12800"/>
              <a:gd name="T11" fmla="*/ 1875 h 12800"/>
              <a:gd name="T12" fmla="*/ 12800 w 12800"/>
              <a:gd name="T13" fmla="*/ 6400 h 12800"/>
              <a:gd name="T14" fmla="*/ 10925 w 12800"/>
              <a:gd name="T15" fmla="*/ 10925 h 12800"/>
              <a:gd name="T16" fmla="*/ 6400 w 12800"/>
              <a:gd name="T17" fmla="*/ 12800 h 12800"/>
              <a:gd name="T18" fmla="*/ 5600 w 12800"/>
              <a:gd name="T19" fmla="*/ 7564 h 12800"/>
              <a:gd name="T20" fmla="*/ 3466 w 12800"/>
              <a:gd name="T21" fmla="*/ 5527 h 12800"/>
              <a:gd name="T22" fmla="*/ 2400 w 12800"/>
              <a:gd name="T23" fmla="*/ 6546 h 12800"/>
              <a:gd name="T24" fmla="*/ 5600 w 12800"/>
              <a:gd name="T25" fmla="*/ 9600 h 12800"/>
              <a:gd name="T26" fmla="*/ 10400 w 12800"/>
              <a:gd name="T27" fmla="*/ 5018 h 12800"/>
              <a:gd name="T28" fmla="*/ 9334 w 12800"/>
              <a:gd name="T29" fmla="*/ 4000 h 12800"/>
              <a:gd name="T30" fmla="*/ 5600 w 12800"/>
              <a:gd name="T31" fmla="*/ 756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00" h="12800"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  <a:moveTo>
                  <a:pt x="5600" y="7564"/>
                </a:moveTo>
                <a:lnTo>
                  <a:pt x="3466" y="5527"/>
                </a:lnTo>
                <a:lnTo>
                  <a:pt x="2400" y="6546"/>
                </a:lnTo>
                <a:lnTo>
                  <a:pt x="5600" y="9600"/>
                </a:lnTo>
                <a:lnTo>
                  <a:pt x="10400" y="5018"/>
                </a:lnTo>
                <a:lnTo>
                  <a:pt x="9334" y="4000"/>
                </a:lnTo>
                <a:lnTo>
                  <a:pt x="5600" y="7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confont-11607-6151286">
            <a:extLst>
              <a:ext uri="{FF2B5EF4-FFF2-40B4-BE49-F238E27FC236}">
                <a16:creationId xmlns:a16="http://schemas.microsoft.com/office/drawing/2014/main" id="{364F9494-5DE5-4CD0-ACF5-1C492708D29B}"/>
              </a:ext>
            </a:extLst>
          </p:cNvPr>
          <p:cNvSpPr>
            <a:spLocks noChangeAspect="1"/>
          </p:cNvSpPr>
          <p:nvPr/>
        </p:nvSpPr>
        <p:spPr bwMode="auto">
          <a:xfrm>
            <a:off x="3367740" y="6059413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516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C711-F9AC-414A-9307-3C89704A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66DB1-C2A0-48AB-B10E-06BD84261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890" y="2227385"/>
            <a:ext cx="5893828" cy="3204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iconfont-11607-6151287">
            <a:extLst>
              <a:ext uri="{FF2B5EF4-FFF2-40B4-BE49-F238E27FC236}">
                <a16:creationId xmlns:a16="http://schemas.microsoft.com/office/drawing/2014/main" id="{59FFF1B9-0607-4FCB-8182-95E33A30F5E3}"/>
              </a:ext>
            </a:extLst>
          </p:cNvPr>
          <p:cNvSpPr>
            <a:spLocks noChangeAspect="1"/>
          </p:cNvSpPr>
          <p:nvPr/>
        </p:nvSpPr>
        <p:spPr bwMode="auto">
          <a:xfrm>
            <a:off x="8947353" y="6059413"/>
            <a:ext cx="457200" cy="457200"/>
          </a:xfrm>
          <a:custGeom>
            <a:avLst/>
            <a:gdLst>
              <a:gd name="T0" fmla="*/ 6400 w 12800"/>
              <a:gd name="T1" fmla="*/ 12800 h 12800"/>
              <a:gd name="T2" fmla="*/ 1875 w 12800"/>
              <a:gd name="T3" fmla="*/ 10925 h 12800"/>
              <a:gd name="T4" fmla="*/ 0 w 12800"/>
              <a:gd name="T5" fmla="*/ 6400 h 12800"/>
              <a:gd name="T6" fmla="*/ 1875 w 12800"/>
              <a:gd name="T7" fmla="*/ 1875 h 12800"/>
              <a:gd name="T8" fmla="*/ 6400 w 12800"/>
              <a:gd name="T9" fmla="*/ 0 h 12800"/>
              <a:gd name="T10" fmla="*/ 10925 w 12800"/>
              <a:gd name="T11" fmla="*/ 1875 h 12800"/>
              <a:gd name="T12" fmla="*/ 12800 w 12800"/>
              <a:gd name="T13" fmla="*/ 6400 h 12800"/>
              <a:gd name="T14" fmla="*/ 10925 w 12800"/>
              <a:gd name="T15" fmla="*/ 10925 h 12800"/>
              <a:gd name="T16" fmla="*/ 6400 w 12800"/>
              <a:gd name="T17" fmla="*/ 12800 h 12800"/>
              <a:gd name="T18" fmla="*/ 5600 w 12800"/>
              <a:gd name="T19" fmla="*/ 7564 h 12800"/>
              <a:gd name="T20" fmla="*/ 3466 w 12800"/>
              <a:gd name="T21" fmla="*/ 5527 h 12800"/>
              <a:gd name="T22" fmla="*/ 2400 w 12800"/>
              <a:gd name="T23" fmla="*/ 6546 h 12800"/>
              <a:gd name="T24" fmla="*/ 5600 w 12800"/>
              <a:gd name="T25" fmla="*/ 9600 h 12800"/>
              <a:gd name="T26" fmla="*/ 10400 w 12800"/>
              <a:gd name="T27" fmla="*/ 5018 h 12800"/>
              <a:gd name="T28" fmla="*/ 9334 w 12800"/>
              <a:gd name="T29" fmla="*/ 4000 h 12800"/>
              <a:gd name="T30" fmla="*/ 5600 w 12800"/>
              <a:gd name="T31" fmla="*/ 756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00" h="12800"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  <a:moveTo>
                  <a:pt x="5600" y="7564"/>
                </a:moveTo>
                <a:lnTo>
                  <a:pt x="3466" y="5527"/>
                </a:lnTo>
                <a:lnTo>
                  <a:pt x="2400" y="6546"/>
                </a:lnTo>
                <a:lnTo>
                  <a:pt x="5600" y="9600"/>
                </a:lnTo>
                <a:lnTo>
                  <a:pt x="10400" y="5018"/>
                </a:lnTo>
                <a:lnTo>
                  <a:pt x="9334" y="4000"/>
                </a:lnTo>
                <a:lnTo>
                  <a:pt x="5600" y="7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font-11607-6151286">
            <a:extLst>
              <a:ext uri="{FF2B5EF4-FFF2-40B4-BE49-F238E27FC236}">
                <a16:creationId xmlns:a16="http://schemas.microsoft.com/office/drawing/2014/main" id="{A9D05FFF-3DD4-4BC7-8149-161653A52290}"/>
              </a:ext>
            </a:extLst>
          </p:cNvPr>
          <p:cNvSpPr>
            <a:spLocks noChangeAspect="1"/>
          </p:cNvSpPr>
          <p:nvPr/>
        </p:nvSpPr>
        <p:spPr bwMode="auto">
          <a:xfrm>
            <a:off x="3367740" y="6059413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5C11A-F37C-4957-A54C-6236831F7308}"/>
              </a:ext>
            </a:extLst>
          </p:cNvPr>
          <p:cNvSpPr txBox="1"/>
          <p:nvPr/>
        </p:nvSpPr>
        <p:spPr>
          <a:xfrm>
            <a:off x="760290" y="1546706"/>
            <a:ext cx="10595464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例如是要说明文件右上方工具条按钮的作用，就直接截取右上方的工具条，而不是整个屏幕（这样工具条太小了）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9A1A79-EACE-4E34-9175-13139D8F2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354" y="3620293"/>
            <a:ext cx="3962400" cy="419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2949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BAA7-90D0-49EC-8E86-71861618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5</a:t>
            </a:r>
            <a:r>
              <a:rPr lang="zh-CN" altLang="en-US" dirty="0"/>
              <a:t>：整洁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597B-68E1-4C71-A50D-9632473619B5}"/>
              </a:ext>
            </a:extLst>
          </p:cNvPr>
          <p:cNvSpPr txBox="1"/>
          <p:nvPr/>
        </p:nvSpPr>
        <p:spPr>
          <a:xfrm>
            <a:off x="690094" y="1045466"/>
            <a:ext cx="10618768" cy="732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latin typeface="+mn-ea"/>
              </a:defRPr>
            </a:lvl1pPr>
          </a:lstStyle>
          <a:p>
            <a:r>
              <a:rPr lang="zh-CN" altLang="en-US" dirty="0"/>
              <a:t>图片不要出现不对称的边框，背景色。</a:t>
            </a:r>
            <a:endParaRPr lang="en-US" altLang="zh-CN" dirty="0"/>
          </a:p>
          <a:p>
            <a:r>
              <a:rPr lang="zh-CN" altLang="en-US" dirty="0"/>
              <a:t>就是这些细节，至少会让文档减</a:t>
            </a:r>
            <a:r>
              <a:rPr lang="en-US" altLang="zh-CN" dirty="0"/>
              <a:t>5</a:t>
            </a:r>
            <a:r>
              <a:rPr lang="zh-CN" altLang="en-US" dirty="0"/>
              <a:t>分。多花</a:t>
            </a:r>
            <a:r>
              <a:rPr lang="en-US" altLang="zh-CN" dirty="0"/>
              <a:t>5</a:t>
            </a:r>
            <a:r>
              <a:rPr lang="zh-CN" altLang="en-US" dirty="0"/>
              <a:t>秒钟做好一些！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0264E-3513-4F7B-B196-DE852CF23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06" y="2787539"/>
            <a:ext cx="4185875" cy="2376000"/>
          </a:xfrm>
          <a:prstGeom prst="rect">
            <a:avLst/>
          </a:prstGeom>
        </p:spPr>
      </p:pic>
      <p:sp>
        <p:nvSpPr>
          <p:cNvPr id="6" name="iconfont-11607-6151286">
            <a:extLst>
              <a:ext uri="{FF2B5EF4-FFF2-40B4-BE49-F238E27FC236}">
                <a16:creationId xmlns:a16="http://schemas.microsoft.com/office/drawing/2014/main" id="{C4AEBB80-F83C-4942-BD09-2B56B22050A6}"/>
              </a:ext>
            </a:extLst>
          </p:cNvPr>
          <p:cNvSpPr>
            <a:spLocks noChangeAspect="1"/>
          </p:cNvSpPr>
          <p:nvPr/>
        </p:nvSpPr>
        <p:spPr bwMode="auto">
          <a:xfrm>
            <a:off x="2659591" y="5404782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25356F56-2A58-434B-93D0-351EF0B21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627" y="2895539"/>
            <a:ext cx="5666718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iconfont-11607-6151286">
            <a:extLst>
              <a:ext uri="{FF2B5EF4-FFF2-40B4-BE49-F238E27FC236}">
                <a16:creationId xmlns:a16="http://schemas.microsoft.com/office/drawing/2014/main" id="{C0A76B47-DBC6-4EDB-A900-BE0FED3D5F69}"/>
              </a:ext>
            </a:extLst>
          </p:cNvPr>
          <p:cNvSpPr>
            <a:spLocks noChangeAspect="1"/>
          </p:cNvSpPr>
          <p:nvPr/>
        </p:nvSpPr>
        <p:spPr bwMode="auto">
          <a:xfrm>
            <a:off x="8235462" y="5355334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F5520-AEA4-4194-8F7B-EB99DB07408C}"/>
              </a:ext>
            </a:extLst>
          </p:cNvPr>
          <p:cNvSpPr txBox="1"/>
          <p:nvPr/>
        </p:nvSpPr>
        <p:spPr>
          <a:xfrm>
            <a:off x="949034" y="2330094"/>
            <a:ext cx="3878314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去掉上方和左边的灰色线条，也是截图的时候太随意。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F66845-2B18-4D6C-94E5-F3741A3FF98B}"/>
              </a:ext>
            </a:extLst>
          </p:cNvPr>
          <p:cNvSpPr txBox="1"/>
          <p:nvPr/>
        </p:nvSpPr>
        <p:spPr>
          <a:xfrm>
            <a:off x="6426127" y="2247276"/>
            <a:ext cx="4882735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左边的黑色线条？只要截图的时候鼠标往右挪一点点就好了</a:t>
            </a:r>
          </a:p>
        </p:txBody>
      </p:sp>
    </p:spTree>
    <p:extLst>
      <p:ext uri="{BB962C8B-B14F-4D97-AF65-F5344CB8AC3E}">
        <p14:creationId xmlns:p14="http://schemas.microsoft.com/office/powerpoint/2010/main" val="4247258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BAA7-90D0-49EC-8E86-71861618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6</a:t>
            </a:r>
            <a:r>
              <a:rPr lang="zh-CN" altLang="en-US" dirty="0"/>
              <a:t>：内容充满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597B-68E1-4C71-A50D-9632473619B5}"/>
              </a:ext>
            </a:extLst>
          </p:cNvPr>
          <p:cNvSpPr txBox="1"/>
          <p:nvPr/>
        </p:nvSpPr>
        <p:spPr>
          <a:xfrm>
            <a:off x="690094" y="1045466"/>
            <a:ext cx="10618768" cy="46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latin typeface="+mn-ea"/>
              </a:defRPr>
            </a:lvl1pPr>
          </a:lstStyle>
          <a:p>
            <a:r>
              <a:rPr lang="zh-CN" altLang="en-US" dirty="0"/>
              <a:t>让内容充满图片，图片四边不要留空白。</a:t>
            </a:r>
          </a:p>
        </p:txBody>
      </p:sp>
      <p:sp>
        <p:nvSpPr>
          <p:cNvPr id="6" name="iconfont-11607-6151286">
            <a:extLst>
              <a:ext uri="{FF2B5EF4-FFF2-40B4-BE49-F238E27FC236}">
                <a16:creationId xmlns:a16="http://schemas.microsoft.com/office/drawing/2014/main" id="{C4AEBB80-F83C-4942-BD09-2B56B22050A6}"/>
              </a:ext>
            </a:extLst>
          </p:cNvPr>
          <p:cNvSpPr>
            <a:spLocks noChangeAspect="1"/>
          </p:cNvSpPr>
          <p:nvPr/>
        </p:nvSpPr>
        <p:spPr bwMode="auto">
          <a:xfrm>
            <a:off x="3402053" y="6172200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F5520-AEA4-4194-8F7B-EB99DB07408C}"/>
              </a:ext>
            </a:extLst>
          </p:cNvPr>
          <p:cNvSpPr txBox="1"/>
          <p:nvPr/>
        </p:nvSpPr>
        <p:spPr>
          <a:xfrm>
            <a:off x="1058450" y="1903561"/>
            <a:ext cx="5647150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下图红色区域是图片大小，蓝色边框是内容大小。两者应该（大致）相同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16D7742B-5B05-4F3B-8735-A1EC20E5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46" y="2410829"/>
            <a:ext cx="6400800" cy="3590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2E0FED-6E93-4486-8AB6-092C837F2C1D}"/>
              </a:ext>
            </a:extLst>
          </p:cNvPr>
          <p:cNvSpPr/>
          <p:nvPr/>
        </p:nvSpPr>
        <p:spPr bwMode="ltGray">
          <a:xfrm>
            <a:off x="488461" y="2410829"/>
            <a:ext cx="6400800" cy="3630463"/>
          </a:xfrm>
          <a:prstGeom prst="roundRect">
            <a:avLst>
              <a:gd name="adj" fmla="val 289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E8ADBE-E561-4796-88E8-D4DD2EEFE703}"/>
              </a:ext>
            </a:extLst>
          </p:cNvPr>
          <p:cNvSpPr/>
          <p:nvPr/>
        </p:nvSpPr>
        <p:spPr bwMode="ltGray">
          <a:xfrm>
            <a:off x="1156677" y="2508739"/>
            <a:ext cx="4939323" cy="3493016"/>
          </a:xfrm>
          <a:prstGeom prst="roundRect">
            <a:avLst>
              <a:gd name="adj" fmla="val 2890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E8C9F-DA05-48CA-8221-8BD4F9623A3A}"/>
              </a:ext>
            </a:extLst>
          </p:cNvPr>
          <p:cNvSpPr txBox="1"/>
          <p:nvPr/>
        </p:nvSpPr>
        <p:spPr>
          <a:xfrm>
            <a:off x="7651262" y="2410829"/>
            <a:ext cx="3556000" cy="13470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方法：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要么用鼠标拖的时候仔细一点，或者在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里选中要的元素，点右键，选择“</a:t>
            </a:r>
            <a:r>
              <a:rPr lang="en-US" altLang="zh-CN" sz="1400" b="1" dirty="0">
                <a:solidFill>
                  <a:srgbClr val="C00000"/>
                </a:solidFill>
                <a:latin typeface="+mn-ea"/>
              </a:rPr>
              <a:t>Save as Picture...</a:t>
            </a:r>
            <a:r>
              <a:rPr lang="zh-CN" altLang="en-US" sz="1400" dirty="0">
                <a:latin typeface="+mn-ea"/>
              </a:rPr>
              <a:t>”，保存为本地文件</a:t>
            </a:r>
            <a:endParaRPr lang="en-US" altLang="zh-CN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7285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BAA7-90D0-49EC-8E86-71861618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规范</a:t>
            </a:r>
            <a:r>
              <a:rPr lang="en-US" altLang="zh-CN" dirty="0"/>
              <a:t>6</a:t>
            </a:r>
            <a:r>
              <a:rPr lang="zh-CN" altLang="en-US" dirty="0"/>
              <a:t>：对话框不要背景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597B-68E1-4C71-A50D-9632473619B5}"/>
              </a:ext>
            </a:extLst>
          </p:cNvPr>
          <p:cNvSpPr txBox="1"/>
          <p:nvPr/>
        </p:nvSpPr>
        <p:spPr>
          <a:xfrm>
            <a:off x="690094" y="1045466"/>
            <a:ext cx="10618768" cy="46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08000" tIns="108000" rIns="108000" bIns="10800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>
                <a:latin typeface="+mn-ea"/>
              </a:defRPr>
            </a:lvl1pPr>
          </a:lstStyle>
          <a:p>
            <a:r>
              <a:rPr lang="zh-CN" altLang="en-US" dirty="0"/>
              <a:t>一般对话框为白色，背景为黑色，截图时不要截取到背景色。</a:t>
            </a:r>
          </a:p>
        </p:txBody>
      </p:sp>
      <p:sp>
        <p:nvSpPr>
          <p:cNvPr id="6" name="iconfont-11607-6151286">
            <a:extLst>
              <a:ext uri="{FF2B5EF4-FFF2-40B4-BE49-F238E27FC236}">
                <a16:creationId xmlns:a16="http://schemas.microsoft.com/office/drawing/2014/main" id="{C4AEBB80-F83C-4942-BD09-2B56B22050A6}"/>
              </a:ext>
            </a:extLst>
          </p:cNvPr>
          <p:cNvSpPr>
            <a:spLocks noChangeAspect="1"/>
          </p:cNvSpPr>
          <p:nvPr/>
        </p:nvSpPr>
        <p:spPr bwMode="auto">
          <a:xfrm>
            <a:off x="3402053" y="6172200"/>
            <a:ext cx="457200" cy="457200"/>
          </a:xfrm>
          <a:custGeom>
            <a:avLst/>
            <a:gdLst>
              <a:gd name="T0" fmla="*/ 7442 w 12800"/>
              <a:gd name="T1" fmla="*/ 6312 h 12800"/>
              <a:gd name="T2" fmla="*/ 9422 w 12800"/>
              <a:gd name="T3" fmla="*/ 4331 h 12800"/>
              <a:gd name="T4" fmla="*/ 8291 w 12800"/>
              <a:gd name="T5" fmla="*/ 3200 h 12800"/>
              <a:gd name="T6" fmla="*/ 6311 w 12800"/>
              <a:gd name="T7" fmla="*/ 5180 h 12800"/>
              <a:gd name="T8" fmla="*/ 4331 w 12800"/>
              <a:gd name="T9" fmla="*/ 3200 h 12800"/>
              <a:gd name="T10" fmla="*/ 3200 w 12800"/>
              <a:gd name="T11" fmla="*/ 4331 h 12800"/>
              <a:gd name="T12" fmla="*/ 5180 w 12800"/>
              <a:gd name="T13" fmla="*/ 6312 h 12800"/>
              <a:gd name="T14" fmla="*/ 3200 w 12800"/>
              <a:gd name="T15" fmla="*/ 8291 h 12800"/>
              <a:gd name="T16" fmla="*/ 4331 w 12800"/>
              <a:gd name="T17" fmla="*/ 9422 h 12800"/>
              <a:gd name="T18" fmla="*/ 6312 w 12800"/>
              <a:gd name="T19" fmla="*/ 7442 h 12800"/>
              <a:gd name="T20" fmla="*/ 8292 w 12800"/>
              <a:gd name="T21" fmla="*/ 9422 h 12800"/>
              <a:gd name="T22" fmla="*/ 9423 w 12800"/>
              <a:gd name="T23" fmla="*/ 8291 h 12800"/>
              <a:gd name="T24" fmla="*/ 7443 w 12800"/>
              <a:gd name="T25" fmla="*/ 6311 h 12800"/>
              <a:gd name="T26" fmla="*/ 7442 w 12800"/>
              <a:gd name="T27" fmla="*/ 6312 h 12800"/>
              <a:gd name="T28" fmla="*/ 6400 w 12800"/>
              <a:gd name="T29" fmla="*/ 12800 h 12800"/>
              <a:gd name="T30" fmla="*/ 1875 w 12800"/>
              <a:gd name="T31" fmla="*/ 10925 h 12800"/>
              <a:gd name="T32" fmla="*/ 0 w 12800"/>
              <a:gd name="T33" fmla="*/ 6400 h 12800"/>
              <a:gd name="T34" fmla="*/ 1875 w 12800"/>
              <a:gd name="T35" fmla="*/ 1875 h 12800"/>
              <a:gd name="T36" fmla="*/ 6400 w 12800"/>
              <a:gd name="T37" fmla="*/ 0 h 12800"/>
              <a:gd name="T38" fmla="*/ 10925 w 12800"/>
              <a:gd name="T39" fmla="*/ 1875 h 12800"/>
              <a:gd name="T40" fmla="*/ 12800 w 12800"/>
              <a:gd name="T41" fmla="*/ 6400 h 12800"/>
              <a:gd name="T42" fmla="*/ 10925 w 12800"/>
              <a:gd name="T43" fmla="*/ 10925 h 12800"/>
              <a:gd name="T44" fmla="*/ 6400 w 12800"/>
              <a:gd name="T45" fmla="*/ 12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00" h="12800">
                <a:moveTo>
                  <a:pt x="7442" y="6312"/>
                </a:moveTo>
                <a:lnTo>
                  <a:pt x="9422" y="4331"/>
                </a:lnTo>
                <a:lnTo>
                  <a:pt x="8291" y="3200"/>
                </a:lnTo>
                <a:lnTo>
                  <a:pt x="6311" y="5180"/>
                </a:lnTo>
                <a:lnTo>
                  <a:pt x="4331" y="3200"/>
                </a:lnTo>
                <a:lnTo>
                  <a:pt x="3200" y="4331"/>
                </a:lnTo>
                <a:lnTo>
                  <a:pt x="5180" y="6312"/>
                </a:lnTo>
                <a:lnTo>
                  <a:pt x="3200" y="8291"/>
                </a:lnTo>
                <a:lnTo>
                  <a:pt x="4331" y="9422"/>
                </a:lnTo>
                <a:lnTo>
                  <a:pt x="6312" y="7442"/>
                </a:lnTo>
                <a:lnTo>
                  <a:pt x="8292" y="9422"/>
                </a:lnTo>
                <a:lnTo>
                  <a:pt x="9423" y="8291"/>
                </a:lnTo>
                <a:lnTo>
                  <a:pt x="7443" y="6311"/>
                </a:lnTo>
                <a:lnTo>
                  <a:pt x="7442" y="6312"/>
                </a:lnTo>
                <a:close/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DED55DF3-60FF-4D9A-B599-5611CD53C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78" y="2393059"/>
            <a:ext cx="4248150" cy="3419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B47C6228-973E-4EE2-8ADC-3D9C59226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" t="2515" r="2025" b="2407"/>
          <a:stretch/>
        </p:blipFill>
        <p:spPr bwMode="auto">
          <a:xfrm>
            <a:off x="7174523" y="2479029"/>
            <a:ext cx="4048370" cy="3251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C79F34-65ED-422B-B1F0-A91D52533D8B}"/>
              </a:ext>
            </a:extLst>
          </p:cNvPr>
          <p:cNvSpPr txBox="1"/>
          <p:nvPr/>
        </p:nvSpPr>
        <p:spPr>
          <a:xfrm>
            <a:off x="1506578" y="1957689"/>
            <a:ext cx="3878314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另外，这个图片长宽也是不等比例</a:t>
            </a:r>
          </a:p>
        </p:txBody>
      </p:sp>
      <p:sp>
        <p:nvSpPr>
          <p:cNvPr id="15" name="iconfont-11607-6151287">
            <a:extLst>
              <a:ext uri="{FF2B5EF4-FFF2-40B4-BE49-F238E27FC236}">
                <a16:creationId xmlns:a16="http://schemas.microsoft.com/office/drawing/2014/main" id="{C25B3E72-4577-47C1-A429-1AE86E3B110E}"/>
              </a:ext>
            </a:extLst>
          </p:cNvPr>
          <p:cNvSpPr>
            <a:spLocks noChangeAspect="1"/>
          </p:cNvSpPr>
          <p:nvPr/>
        </p:nvSpPr>
        <p:spPr bwMode="auto">
          <a:xfrm>
            <a:off x="8947353" y="6059413"/>
            <a:ext cx="457200" cy="457200"/>
          </a:xfrm>
          <a:custGeom>
            <a:avLst/>
            <a:gdLst>
              <a:gd name="T0" fmla="*/ 6400 w 12800"/>
              <a:gd name="T1" fmla="*/ 12800 h 12800"/>
              <a:gd name="T2" fmla="*/ 1875 w 12800"/>
              <a:gd name="T3" fmla="*/ 10925 h 12800"/>
              <a:gd name="T4" fmla="*/ 0 w 12800"/>
              <a:gd name="T5" fmla="*/ 6400 h 12800"/>
              <a:gd name="T6" fmla="*/ 1875 w 12800"/>
              <a:gd name="T7" fmla="*/ 1875 h 12800"/>
              <a:gd name="T8" fmla="*/ 6400 w 12800"/>
              <a:gd name="T9" fmla="*/ 0 h 12800"/>
              <a:gd name="T10" fmla="*/ 10925 w 12800"/>
              <a:gd name="T11" fmla="*/ 1875 h 12800"/>
              <a:gd name="T12" fmla="*/ 12800 w 12800"/>
              <a:gd name="T13" fmla="*/ 6400 h 12800"/>
              <a:gd name="T14" fmla="*/ 10925 w 12800"/>
              <a:gd name="T15" fmla="*/ 10925 h 12800"/>
              <a:gd name="T16" fmla="*/ 6400 w 12800"/>
              <a:gd name="T17" fmla="*/ 12800 h 12800"/>
              <a:gd name="T18" fmla="*/ 5600 w 12800"/>
              <a:gd name="T19" fmla="*/ 7564 h 12800"/>
              <a:gd name="T20" fmla="*/ 3466 w 12800"/>
              <a:gd name="T21" fmla="*/ 5527 h 12800"/>
              <a:gd name="T22" fmla="*/ 2400 w 12800"/>
              <a:gd name="T23" fmla="*/ 6546 h 12800"/>
              <a:gd name="T24" fmla="*/ 5600 w 12800"/>
              <a:gd name="T25" fmla="*/ 9600 h 12800"/>
              <a:gd name="T26" fmla="*/ 10400 w 12800"/>
              <a:gd name="T27" fmla="*/ 5018 h 12800"/>
              <a:gd name="T28" fmla="*/ 9334 w 12800"/>
              <a:gd name="T29" fmla="*/ 4000 h 12800"/>
              <a:gd name="T30" fmla="*/ 5600 w 12800"/>
              <a:gd name="T31" fmla="*/ 756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00" h="12800">
                <a:moveTo>
                  <a:pt x="6400" y="12800"/>
                </a:moveTo>
                <a:cubicBezTo>
                  <a:pt x="4703" y="12800"/>
                  <a:pt x="3075" y="12126"/>
                  <a:pt x="1875" y="10925"/>
                </a:cubicBezTo>
                <a:cubicBezTo>
                  <a:pt x="674" y="9725"/>
                  <a:pt x="0" y="8097"/>
                  <a:pt x="0" y="6400"/>
                </a:cubicBezTo>
                <a:cubicBezTo>
                  <a:pt x="0" y="4703"/>
                  <a:pt x="674" y="3075"/>
                  <a:pt x="1875" y="1875"/>
                </a:cubicBezTo>
                <a:cubicBezTo>
                  <a:pt x="3075" y="674"/>
                  <a:pt x="4703" y="0"/>
                  <a:pt x="6400" y="0"/>
                </a:cubicBezTo>
                <a:cubicBezTo>
                  <a:pt x="8097" y="0"/>
                  <a:pt x="9725" y="674"/>
                  <a:pt x="10925" y="1875"/>
                </a:cubicBezTo>
                <a:cubicBezTo>
                  <a:pt x="12126" y="3075"/>
                  <a:pt x="12800" y="4703"/>
                  <a:pt x="12800" y="6400"/>
                </a:cubicBezTo>
                <a:cubicBezTo>
                  <a:pt x="12800" y="8097"/>
                  <a:pt x="12126" y="9725"/>
                  <a:pt x="10925" y="10925"/>
                </a:cubicBezTo>
                <a:cubicBezTo>
                  <a:pt x="9725" y="12126"/>
                  <a:pt x="8097" y="12800"/>
                  <a:pt x="6400" y="12800"/>
                </a:cubicBezTo>
                <a:close/>
                <a:moveTo>
                  <a:pt x="5600" y="7564"/>
                </a:moveTo>
                <a:lnTo>
                  <a:pt x="3466" y="5527"/>
                </a:lnTo>
                <a:lnTo>
                  <a:pt x="2400" y="6546"/>
                </a:lnTo>
                <a:lnTo>
                  <a:pt x="5600" y="9600"/>
                </a:lnTo>
                <a:lnTo>
                  <a:pt x="10400" y="5018"/>
                </a:lnTo>
                <a:lnTo>
                  <a:pt x="9334" y="4000"/>
                </a:lnTo>
                <a:lnTo>
                  <a:pt x="5600" y="756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12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C3028F-6919-46F0-8CFF-A8A32BEC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17C5855-FF5C-44C2-8C31-D063CCFB0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74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81EE37-4591-4D14-AAFB-96BB8EF07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228" y="1587960"/>
            <a:ext cx="10459422" cy="35658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958490-BE06-4E90-A970-B4268B97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脚本管理主界面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1B3468-B407-4A95-A110-2E88F32EAC58}"/>
              </a:ext>
            </a:extLst>
          </p:cNvPr>
          <p:cNvSpPr/>
          <p:nvPr/>
        </p:nvSpPr>
        <p:spPr bwMode="ltGray">
          <a:xfrm>
            <a:off x="979319" y="3427660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侧栏菜单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B92E1C-D074-4ED7-BF51-61DF12686932}"/>
              </a:ext>
            </a:extLst>
          </p:cNvPr>
          <p:cNvSpPr/>
          <p:nvPr/>
        </p:nvSpPr>
        <p:spPr bwMode="ltGray">
          <a:xfrm>
            <a:off x="6422092" y="1679004"/>
            <a:ext cx="110799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导航和工具条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2404E8-A4A9-4DA4-963A-C0CE608DF5BB}"/>
              </a:ext>
            </a:extLst>
          </p:cNvPr>
          <p:cNvSpPr/>
          <p:nvPr/>
        </p:nvSpPr>
        <p:spPr bwMode="ltGray">
          <a:xfrm>
            <a:off x="4237147" y="2706357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文件列表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FED2F1-F6A0-4F80-A0C0-7D72E807D403}"/>
              </a:ext>
            </a:extLst>
          </p:cNvPr>
          <p:cNvSpPr/>
          <p:nvPr/>
        </p:nvSpPr>
        <p:spPr bwMode="ltGray">
          <a:xfrm>
            <a:off x="1183263" y="3039812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/>
              <a:t>1</a:t>
            </a:r>
            <a:endParaRPr lang="en-US" sz="14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44F170-3027-45B6-9094-15DD116417BA}"/>
              </a:ext>
            </a:extLst>
          </p:cNvPr>
          <p:cNvSpPr/>
          <p:nvPr/>
        </p:nvSpPr>
        <p:spPr bwMode="ltGray">
          <a:xfrm>
            <a:off x="7639149" y="1661681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5133CF-E35A-4899-A532-4E2BEB5C10FA}"/>
              </a:ext>
            </a:extLst>
          </p:cNvPr>
          <p:cNvSpPr/>
          <p:nvPr/>
        </p:nvSpPr>
        <p:spPr bwMode="ltGray">
          <a:xfrm>
            <a:off x="3835400" y="2709036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1CC3F2-11F9-4F47-B4CC-718C6A1AA83C}"/>
              </a:ext>
            </a:extLst>
          </p:cNvPr>
          <p:cNvSpPr/>
          <p:nvPr/>
        </p:nvSpPr>
        <p:spPr bwMode="ltGray">
          <a:xfrm>
            <a:off x="6595419" y="3894809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/>
              <a:t>4</a:t>
            </a:r>
            <a:endParaRPr lang="en-US" sz="14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55DCB-09DA-4224-8F8F-296E8420927B}"/>
              </a:ext>
            </a:extLst>
          </p:cNvPr>
          <p:cNvSpPr/>
          <p:nvPr/>
        </p:nvSpPr>
        <p:spPr bwMode="ltGray">
          <a:xfrm>
            <a:off x="6976090" y="3894809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文件菜单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02677D-9A13-4131-8146-84E6005531B3}"/>
              </a:ext>
            </a:extLst>
          </p:cNvPr>
          <p:cNvSpPr/>
          <p:nvPr/>
        </p:nvSpPr>
        <p:spPr bwMode="ltGray">
          <a:xfrm>
            <a:off x="10604711" y="3429000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A34B40-CD04-452C-B186-BED309546969}"/>
              </a:ext>
            </a:extLst>
          </p:cNvPr>
          <p:cNvSpPr/>
          <p:nvPr/>
        </p:nvSpPr>
        <p:spPr bwMode="ltGray">
          <a:xfrm>
            <a:off x="9655140" y="3429000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643-96BC-4E7C-B28C-6E3B63F4C58C}"/>
              </a:ext>
            </a:extLst>
          </p:cNvPr>
          <p:cNvSpPr/>
          <p:nvPr/>
        </p:nvSpPr>
        <p:spPr bwMode="ltGray">
          <a:xfrm>
            <a:off x="10279242" y="3756309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发布状态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DC88F3-F99A-4453-B724-BBE635E1864B}"/>
              </a:ext>
            </a:extLst>
          </p:cNvPr>
          <p:cNvSpPr/>
          <p:nvPr/>
        </p:nvSpPr>
        <p:spPr bwMode="ltGray">
          <a:xfrm>
            <a:off x="9349211" y="3756309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修改历史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68E460-01AE-4C65-A548-40B7573DFED8}"/>
              </a:ext>
            </a:extLst>
          </p:cNvPr>
          <p:cNvSpPr/>
          <p:nvPr/>
        </p:nvSpPr>
        <p:spPr bwMode="ltGray">
          <a:xfrm>
            <a:off x="4936990" y="777093"/>
            <a:ext cx="3591178" cy="63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anchor="ctr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主界面只需要标注界面的主要元素</a:t>
            </a:r>
            <a:endParaRPr 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1238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D1BC32-CE2A-44FE-B757-25311F4C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文件上传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A2C89-61A2-4DCA-AC35-E58A4C5E8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879" y="1963129"/>
            <a:ext cx="3351335" cy="32287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E78950-880D-4662-BF5C-9C68CFE4E69A}"/>
              </a:ext>
            </a:extLst>
          </p:cNvPr>
          <p:cNvSpPr/>
          <p:nvPr/>
        </p:nvSpPr>
        <p:spPr bwMode="ltGray">
          <a:xfrm>
            <a:off x="2169504" y="3045981"/>
            <a:ext cx="2468196" cy="377158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51857C-DC11-481F-8421-E9107369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774" y="2002204"/>
            <a:ext cx="3838575" cy="3048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E419C1-3B45-42EF-B253-EABBB5A70656}"/>
              </a:ext>
            </a:extLst>
          </p:cNvPr>
          <p:cNvSpPr/>
          <p:nvPr/>
        </p:nvSpPr>
        <p:spPr bwMode="ltGray">
          <a:xfrm>
            <a:off x="6351465" y="3129573"/>
            <a:ext cx="2921488" cy="396631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23B05-7384-4922-AE24-C07A5B2AEC71}"/>
              </a:ext>
            </a:extLst>
          </p:cNvPr>
          <p:cNvSpPr/>
          <p:nvPr/>
        </p:nvSpPr>
        <p:spPr bwMode="ltGray">
          <a:xfrm>
            <a:off x="6359280" y="4519424"/>
            <a:ext cx="2921488" cy="396631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A3167-F845-4442-842C-A072BCBA1B08}"/>
              </a:ext>
            </a:extLst>
          </p:cNvPr>
          <p:cNvSpPr/>
          <p:nvPr/>
        </p:nvSpPr>
        <p:spPr bwMode="ltGray">
          <a:xfrm>
            <a:off x="7258214" y="2748954"/>
            <a:ext cx="110799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解压到子目录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E98163-E3B5-44B1-8F93-032D8F881437}"/>
              </a:ext>
            </a:extLst>
          </p:cNvPr>
          <p:cNvSpPr/>
          <p:nvPr/>
        </p:nvSpPr>
        <p:spPr bwMode="ltGray">
          <a:xfrm>
            <a:off x="7739140" y="4108276"/>
            <a:ext cx="646331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不解压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6376ED-26CA-4BD1-B8F0-E32E3416C3E7}"/>
              </a:ext>
            </a:extLst>
          </p:cNvPr>
          <p:cNvCxnSpPr>
            <a:cxnSpLocks/>
          </p:cNvCxnSpPr>
          <p:nvPr/>
        </p:nvCxnSpPr>
        <p:spPr>
          <a:xfrm>
            <a:off x="5189415" y="3526691"/>
            <a:ext cx="750276" cy="1"/>
          </a:xfrm>
          <a:prstGeom prst="straightConnector1">
            <a:avLst/>
          </a:prstGeom>
          <a:ln w="57150">
            <a:solidFill>
              <a:schemeClr val="accent4"/>
            </a:solidFill>
            <a:prstDash val="solid"/>
            <a:headEnd type="none" w="med" len="med"/>
            <a:tailEnd type="arrow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F4A54A-A40E-4871-A7F7-097C06942FBF}"/>
              </a:ext>
            </a:extLst>
          </p:cNvPr>
          <p:cNvSpPr/>
          <p:nvPr/>
        </p:nvSpPr>
        <p:spPr bwMode="ltGray">
          <a:xfrm>
            <a:off x="3895658" y="956514"/>
            <a:ext cx="3591178" cy="63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anchor="ctr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可以用这种方式示意两个强相关的连续步骤</a:t>
            </a:r>
            <a:endParaRPr 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0471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901BCD-645E-4315-8D24-527C60908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7829" y="3883311"/>
            <a:ext cx="7498080" cy="2515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13DC3-D481-4BD2-91E6-69BEEE85D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7829" y="1181071"/>
            <a:ext cx="7498080" cy="2515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DBDFF8-B089-4D38-BDAC-DA0A494B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脚本上传和审核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3C2A-D32A-42DA-B9F1-60C92160D279}"/>
              </a:ext>
            </a:extLst>
          </p:cNvPr>
          <p:cNvSpPr/>
          <p:nvPr/>
        </p:nvSpPr>
        <p:spPr bwMode="ltGray">
          <a:xfrm>
            <a:off x="3165599" y="2509608"/>
            <a:ext cx="274320" cy="27432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B1417-B37B-4DDF-ABCE-1A16DABEBAAF}"/>
              </a:ext>
            </a:extLst>
          </p:cNvPr>
          <p:cNvSpPr/>
          <p:nvPr/>
        </p:nvSpPr>
        <p:spPr bwMode="ltGray">
          <a:xfrm>
            <a:off x="9198600" y="5238283"/>
            <a:ext cx="274320" cy="27432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C4D80-C377-444A-933E-95D0ED314627}"/>
              </a:ext>
            </a:extLst>
          </p:cNvPr>
          <p:cNvSpPr/>
          <p:nvPr/>
        </p:nvSpPr>
        <p:spPr bwMode="ltGray">
          <a:xfrm>
            <a:off x="3520926" y="2300358"/>
            <a:ext cx="203132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有新版本，点击进入审核区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43F92F-F3A9-497F-91A8-74066C0452AD}"/>
              </a:ext>
            </a:extLst>
          </p:cNvPr>
          <p:cNvSpPr/>
          <p:nvPr/>
        </p:nvSpPr>
        <p:spPr bwMode="ltGray">
          <a:xfrm>
            <a:off x="7596249" y="4959796"/>
            <a:ext cx="141577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点击状态进行审核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A8950-A6D4-433F-AF6E-88F8A6C45B1D}"/>
              </a:ext>
            </a:extLst>
          </p:cNvPr>
          <p:cNvSpPr/>
          <p:nvPr/>
        </p:nvSpPr>
        <p:spPr bwMode="ltGray">
          <a:xfrm>
            <a:off x="5570436" y="1256956"/>
            <a:ext cx="646331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发布区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716FA0-30D7-4710-B92C-9BC26F50C36E}"/>
              </a:ext>
            </a:extLst>
          </p:cNvPr>
          <p:cNvSpPr/>
          <p:nvPr/>
        </p:nvSpPr>
        <p:spPr bwMode="ltGray">
          <a:xfrm>
            <a:off x="5570436" y="3937941"/>
            <a:ext cx="646331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审核区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DB6F74-4A9D-4E5B-A211-E4F532F3F95C}"/>
              </a:ext>
            </a:extLst>
          </p:cNvPr>
          <p:cNvSpPr/>
          <p:nvPr/>
        </p:nvSpPr>
        <p:spPr bwMode="ltGray">
          <a:xfrm>
            <a:off x="5800660" y="402094"/>
            <a:ext cx="3591178" cy="63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anchor="ctr">
            <a:noAutofit/>
          </a:bodyPr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标注一些重点操作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6665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81EE37-4591-4D14-AAFB-96BB8EF07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1628" y="1119641"/>
            <a:ext cx="8483664" cy="49880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958490-BE06-4E90-A970-B4268B97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作业主界面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1B3468-B407-4A95-A110-2E88F32EAC58}"/>
              </a:ext>
            </a:extLst>
          </p:cNvPr>
          <p:cNvSpPr/>
          <p:nvPr/>
        </p:nvSpPr>
        <p:spPr bwMode="ltGray">
          <a:xfrm>
            <a:off x="1735774" y="2964656"/>
            <a:ext cx="82923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侧栏菜单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2404E8-A4A9-4DA4-963A-C0CE608DF5BB}"/>
              </a:ext>
            </a:extLst>
          </p:cNvPr>
          <p:cNvSpPr/>
          <p:nvPr/>
        </p:nvSpPr>
        <p:spPr bwMode="ltGray">
          <a:xfrm>
            <a:off x="2975568" y="2964656"/>
            <a:ext cx="8002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作业列表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FED2F1-F6A0-4F80-A0C0-7D72E807D403}"/>
              </a:ext>
            </a:extLst>
          </p:cNvPr>
          <p:cNvSpPr/>
          <p:nvPr/>
        </p:nvSpPr>
        <p:spPr bwMode="ltGray">
          <a:xfrm>
            <a:off x="1949548" y="2598861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5133CF-E35A-4899-A532-4E2BEB5C10FA}"/>
              </a:ext>
            </a:extLst>
          </p:cNvPr>
          <p:cNvSpPr/>
          <p:nvPr/>
        </p:nvSpPr>
        <p:spPr bwMode="ltGray">
          <a:xfrm>
            <a:off x="3187325" y="2598861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1CC3F2-11F9-4F47-B4CC-718C6A1AA83C}"/>
              </a:ext>
            </a:extLst>
          </p:cNvPr>
          <p:cNvSpPr/>
          <p:nvPr/>
        </p:nvSpPr>
        <p:spPr bwMode="ltGray">
          <a:xfrm>
            <a:off x="6884588" y="2598861"/>
            <a:ext cx="274320" cy="2743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55DCB-09DA-4224-8F8F-296E8420927B}"/>
              </a:ext>
            </a:extLst>
          </p:cNvPr>
          <p:cNvSpPr/>
          <p:nvPr/>
        </p:nvSpPr>
        <p:spPr bwMode="ltGray">
          <a:xfrm>
            <a:off x="6672830" y="2964656"/>
            <a:ext cx="8002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作业详情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1AF15-1054-41D2-BE06-71574FE94324}"/>
              </a:ext>
            </a:extLst>
          </p:cNvPr>
          <p:cNvSpPr/>
          <p:nvPr/>
        </p:nvSpPr>
        <p:spPr bwMode="ltGray">
          <a:xfrm>
            <a:off x="5800660" y="402094"/>
            <a:ext cx="3591178" cy="63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anchor="ctr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标注界面分区布局</a:t>
            </a:r>
            <a:endParaRPr 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3936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C00BD9-9819-449B-9ED9-5D393816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改造示例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52F1580-A415-4C62-A625-2BE9586E2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676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3D4A-92BA-4407-84FD-B8E6968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原稿</a:t>
            </a:r>
          </a:p>
        </p:txBody>
      </p:sp>
      <p:pic>
        <p:nvPicPr>
          <p:cNvPr id="2050" name="Picture 2" descr="漏洞扫描日志信息">
            <a:extLst>
              <a:ext uri="{FF2B5EF4-FFF2-40B4-BE49-F238E27FC236}">
                <a16:creationId xmlns:a16="http://schemas.microsoft.com/office/drawing/2014/main" id="{928A6D05-2216-4E66-976C-C5913C694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5" y="1368982"/>
            <a:ext cx="10707910" cy="412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06BF51-1032-4719-8503-E1438C007CB6}"/>
              </a:ext>
            </a:extLst>
          </p:cNvPr>
          <p:cNvSpPr/>
          <p:nvPr/>
        </p:nvSpPr>
        <p:spPr bwMode="ltGray">
          <a:xfrm>
            <a:off x="5808543" y="323266"/>
            <a:ext cx="3591178" cy="9668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anchor="ctr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问题：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400" dirty="0">
                <a:latin typeface="+mn-ea"/>
              </a:rPr>
              <a:t>颜色不统一</a:t>
            </a:r>
            <a:endParaRPr lang="en-US" altLang="zh-CN" sz="14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400" dirty="0">
                <a:latin typeface="+mn-ea"/>
              </a:rPr>
              <a:t>字体不统一</a:t>
            </a:r>
            <a:endParaRPr lang="en-US" altLang="zh-CN" sz="14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文字太多</a:t>
            </a:r>
            <a:endParaRPr 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8650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5C5C-0191-4DD0-8266-7F04F0ED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改造后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DFA92-7173-42C2-AEC4-C133568A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78" y="1254867"/>
            <a:ext cx="11772844" cy="44886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5BF8EF-F1F8-472E-BC85-D81B73BF5EBC}"/>
              </a:ext>
            </a:extLst>
          </p:cNvPr>
          <p:cNvSpPr/>
          <p:nvPr/>
        </p:nvSpPr>
        <p:spPr bwMode="ltGray">
          <a:xfrm>
            <a:off x="2489586" y="2265687"/>
            <a:ext cx="756000" cy="32400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C123D2-0445-443C-A526-A2F1BD01C459}"/>
              </a:ext>
            </a:extLst>
          </p:cNvPr>
          <p:cNvSpPr/>
          <p:nvPr/>
        </p:nvSpPr>
        <p:spPr bwMode="ltGray">
          <a:xfrm>
            <a:off x="3322920" y="2265687"/>
            <a:ext cx="5256876" cy="32400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0C48B-1C5A-4D45-8F01-703A338CABC1}"/>
              </a:ext>
            </a:extLst>
          </p:cNvPr>
          <p:cNvSpPr/>
          <p:nvPr/>
        </p:nvSpPr>
        <p:spPr bwMode="ltGray">
          <a:xfrm>
            <a:off x="11050620" y="2265687"/>
            <a:ext cx="792000" cy="32400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ffectLst>
            <a:glow rad="63500">
              <a:schemeClr val="accent4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396E92-E5D5-4442-BDD4-684C44244E17}"/>
              </a:ext>
            </a:extLst>
          </p:cNvPr>
          <p:cNvSpPr/>
          <p:nvPr/>
        </p:nvSpPr>
        <p:spPr bwMode="ltGray">
          <a:xfrm>
            <a:off x="5709922" y="2780931"/>
            <a:ext cx="110799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执行详细输出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DE948-4FF9-4854-B0B2-4977BDBA13EB}"/>
              </a:ext>
            </a:extLst>
          </p:cNvPr>
          <p:cNvSpPr/>
          <p:nvPr/>
        </p:nvSpPr>
        <p:spPr bwMode="ltGray">
          <a:xfrm>
            <a:off x="2643475" y="2780931"/>
            <a:ext cx="80021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执行状态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61EBC-D388-4E3B-8055-7BE986DBA557}"/>
              </a:ext>
            </a:extLst>
          </p:cNvPr>
          <p:cNvSpPr/>
          <p:nvPr/>
        </p:nvSpPr>
        <p:spPr bwMode="ltGray">
          <a:xfrm>
            <a:off x="9487305" y="2780931"/>
            <a:ext cx="2339102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rIns="91440" bIns="45720"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点击扫描结果导出详细扫描报表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7447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2925;#400364;#403471;#400363;#393692;#172342;#371732;#402928;#401849;#394200;#400298;#400297;#400297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2928;"/>
</p:tagLst>
</file>

<file path=ppt/theme/theme1.xml><?xml version="1.0" encoding="utf-8"?>
<a:theme xmlns:a="http://schemas.openxmlformats.org/drawingml/2006/main" name="Oplus 16x9">
  <a:themeElements>
    <a:clrScheme name="Opl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o_Safe">
      <a:majorFont>
        <a:latin typeface="思源黑体 CN"/>
        <a:ea typeface="思源黑体 CN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0|179|136">
      <a:srgbClr val="00B388"/>
    </a:custClr>
    <a:custClr name="135|123|117">
      <a:srgbClr val="877B75"/>
    </a:custClr>
    <a:custClr name="135|135|135">
      <a:srgbClr val="878787"/>
    </a:custClr>
  </a:custClrLst>
  <a:extLst>
    <a:ext uri="{05A4C25C-085E-4340-85A3-A5531E510DB2}">
      <thm15:themeFamily xmlns:thm15="http://schemas.microsoft.com/office/thememl/2012/main" name="HPE_Standard_Arial_16x9.potx" id="{21F84462-1C9F-438F-A772-0EBAD7B3BCD8}" vid="{077F0EBE-C80C-4B61-8BF1-0309CF3163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OPlus设计_一键作业_20210414</Template>
  <TotalTime>19555</TotalTime>
  <Words>811</Words>
  <Application>Microsoft Macintosh PowerPoint</Application>
  <PresentationFormat>宽屏</PresentationFormat>
  <Paragraphs>109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思源黑体 CN</vt:lpstr>
      <vt:lpstr>Overpass</vt:lpstr>
      <vt:lpstr>Overpass SemiBold</vt:lpstr>
      <vt:lpstr>Arial</vt:lpstr>
      <vt:lpstr>Calibri</vt:lpstr>
      <vt:lpstr>Oplus 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Oplus截图规范</vt:lpstr>
      <vt:lpstr>规范1：使用PPT管理截图</vt:lpstr>
      <vt:lpstr>方法</vt:lpstr>
      <vt:lpstr>可用的标注</vt:lpstr>
      <vt:lpstr>规范2：长宽必需等比例缩放</vt:lpstr>
      <vt:lpstr>规范3：只截取内容区域</vt:lpstr>
      <vt:lpstr>规范4：突出重点内容</vt:lpstr>
      <vt:lpstr>PowerPoint 演示文稿</vt:lpstr>
      <vt:lpstr>规范5：整洁</vt:lpstr>
      <vt:lpstr>规范6：内容充满</vt:lpstr>
      <vt:lpstr>规范6：对话框不要背景</vt:lpstr>
      <vt:lpstr>示例</vt:lpstr>
      <vt:lpstr>脚本管理主界面</vt:lpstr>
      <vt:lpstr>文件上传</vt:lpstr>
      <vt:lpstr>脚本上传和审核</vt:lpstr>
      <vt:lpstr>作业主界面</vt:lpstr>
      <vt:lpstr>改造示例</vt:lpstr>
      <vt:lpstr>原稿</vt:lpstr>
      <vt:lpstr>改造后</vt:lpstr>
    </vt:vector>
  </TitlesOfParts>
  <Company>玖誉软件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Oplus产品介绍</dc:title>
  <dc:creator>leoliaolei@gmail.com</dc:creator>
  <cp:lastModifiedBy>c12221</cp:lastModifiedBy>
  <cp:revision>1547</cp:revision>
  <dcterms:created xsi:type="dcterms:W3CDTF">2017-04-21T09:49:11Z</dcterms:created>
  <dcterms:modified xsi:type="dcterms:W3CDTF">2024-05-15T07:58:26Z</dcterms:modified>
</cp:coreProperties>
</file>